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5" r:id="rId5"/>
    <p:sldMasterId id="2147483703" r:id="rId6"/>
  </p:sldMasterIdLst>
  <p:notesMasterIdLst>
    <p:notesMasterId r:id="rId16"/>
  </p:notesMasterIdLst>
  <p:sldIdLst>
    <p:sldId id="629" r:id="rId7"/>
    <p:sldId id="285" r:id="rId8"/>
    <p:sldId id="2762" r:id="rId9"/>
    <p:sldId id="2763" r:id="rId10"/>
    <p:sldId id="2764" r:id="rId11"/>
    <p:sldId id="2765" r:id="rId12"/>
    <p:sldId id="572" r:id="rId13"/>
    <p:sldId id="2766" r:id="rId14"/>
    <p:sldId id="275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C1920"/>
    <a:srgbClr val="262626"/>
    <a:srgbClr val="BFBFBF"/>
    <a:srgbClr val="FFD2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6856" autoAdjust="0"/>
  </p:normalViewPr>
  <p:slideViewPr>
    <p:cSldViewPr snapToGrid="0">
      <p:cViewPr varScale="1">
        <p:scale>
          <a:sx n="114" d="100"/>
          <a:sy n="114" d="100"/>
        </p:scale>
        <p:origin x="4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5CF9F-BB4F-40AB-A7DA-DBFE21EF966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3CD4D-412D-4CD2-882D-E82B046FE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7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jpe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2B8224-101B-4975-9295-31CB2D8712E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B4B8D7-772D-4B25-8692-0DC6E0586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49" r="45732" b="1142"/>
          <a:stretch/>
        </p:blipFill>
        <p:spPr>
          <a:xfrm>
            <a:off x="5349923" y="0"/>
            <a:ext cx="6842078" cy="6858000"/>
          </a:xfrm>
          <a:prstGeom prst="rect">
            <a:avLst/>
          </a:prstGeom>
        </p:spPr>
      </p:pic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63BD2AC3-573C-4E77-A39E-2262A88C4B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613" y="3976688"/>
            <a:ext cx="5256707" cy="62260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5A2231D8-2481-4B05-BAB1-483B64972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613" y="5045075"/>
            <a:ext cx="5256212" cy="5159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dirty="0"/>
              <a:t>Presenter Name, Title</a:t>
            </a:r>
          </a:p>
        </p:txBody>
      </p:sp>
      <p:sp>
        <p:nvSpPr>
          <p:cNvPr id="73" name="Parallelogram 1">
            <a:extLst>
              <a:ext uri="{FF2B5EF4-FFF2-40B4-BE49-F238E27FC236}">
                <a16:creationId xmlns:a16="http://schemas.microsoft.com/office/drawing/2014/main" id="{3FB9D0B3-E726-4D31-A667-7063B730872A}"/>
              </a:ext>
            </a:extLst>
          </p:cNvPr>
          <p:cNvSpPr>
            <a:spLocks/>
          </p:cNvSpPr>
          <p:nvPr userDrawn="1"/>
        </p:nvSpPr>
        <p:spPr>
          <a:xfrm>
            <a:off x="8961119" y="5637403"/>
            <a:ext cx="4031549" cy="1220598"/>
          </a:xfrm>
          <a:custGeom>
            <a:avLst/>
            <a:gdLst>
              <a:gd name="connsiteX0" fmla="*/ 0 w 3532094"/>
              <a:gd name="connsiteY0" fmla="*/ 753035 h 753035"/>
              <a:gd name="connsiteX1" fmla="*/ 188259 w 3532094"/>
              <a:gd name="connsiteY1" fmla="*/ 0 h 753035"/>
              <a:gd name="connsiteX2" fmla="*/ 3532094 w 3532094"/>
              <a:gd name="connsiteY2" fmla="*/ 0 h 753035"/>
              <a:gd name="connsiteX3" fmla="*/ 3343835 w 3532094"/>
              <a:gd name="connsiteY3" fmla="*/ 753035 h 753035"/>
              <a:gd name="connsiteX4" fmla="*/ 0 w 3532094"/>
              <a:gd name="connsiteY4" fmla="*/ 753035 h 753035"/>
              <a:gd name="connsiteX0" fmla="*/ 0 w 3691121"/>
              <a:gd name="connsiteY0" fmla="*/ 753035 h 753035"/>
              <a:gd name="connsiteX1" fmla="*/ 188259 w 3691121"/>
              <a:gd name="connsiteY1" fmla="*/ 0 h 753035"/>
              <a:gd name="connsiteX2" fmla="*/ 3691121 w 3691121"/>
              <a:gd name="connsiteY2" fmla="*/ 4417 h 753035"/>
              <a:gd name="connsiteX3" fmla="*/ 3343835 w 3691121"/>
              <a:gd name="connsiteY3" fmla="*/ 753035 h 753035"/>
              <a:gd name="connsiteX4" fmla="*/ 0 w 3691121"/>
              <a:gd name="connsiteY4" fmla="*/ 753035 h 753035"/>
              <a:gd name="connsiteX0" fmla="*/ 0 w 3691121"/>
              <a:gd name="connsiteY0" fmla="*/ 753035 h 753035"/>
              <a:gd name="connsiteX1" fmla="*/ 188259 w 3691121"/>
              <a:gd name="connsiteY1" fmla="*/ 0 h 753035"/>
              <a:gd name="connsiteX2" fmla="*/ 3691121 w 3691121"/>
              <a:gd name="connsiteY2" fmla="*/ 4417 h 753035"/>
              <a:gd name="connsiteX3" fmla="*/ 3259904 w 3691121"/>
              <a:gd name="connsiteY3" fmla="*/ 735365 h 753035"/>
              <a:gd name="connsiteX4" fmla="*/ 0 w 3691121"/>
              <a:gd name="connsiteY4" fmla="*/ 753035 h 753035"/>
              <a:gd name="connsiteX0" fmla="*/ 0 w 3938864"/>
              <a:gd name="connsiteY0" fmla="*/ 762044 h 762044"/>
              <a:gd name="connsiteX1" fmla="*/ 436002 w 3938864"/>
              <a:gd name="connsiteY1" fmla="*/ 0 h 762044"/>
              <a:gd name="connsiteX2" fmla="*/ 3938864 w 3938864"/>
              <a:gd name="connsiteY2" fmla="*/ 4417 h 762044"/>
              <a:gd name="connsiteX3" fmla="*/ 3507647 w 3938864"/>
              <a:gd name="connsiteY3" fmla="*/ 735365 h 762044"/>
              <a:gd name="connsiteX4" fmla="*/ 0 w 3938864"/>
              <a:gd name="connsiteY4" fmla="*/ 762044 h 762044"/>
              <a:gd name="connsiteX0" fmla="*/ 0 w 3938864"/>
              <a:gd name="connsiteY0" fmla="*/ 762044 h 762044"/>
              <a:gd name="connsiteX1" fmla="*/ 436002 w 3938864"/>
              <a:gd name="connsiteY1" fmla="*/ 0 h 762044"/>
              <a:gd name="connsiteX2" fmla="*/ 3938864 w 3938864"/>
              <a:gd name="connsiteY2" fmla="*/ 4417 h 762044"/>
              <a:gd name="connsiteX3" fmla="*/ 3507647 w 3938864"/>
              <a:gd name="connsiteY3" fmla="*/ 759302 h 762044"/>
              <a:gd name="connsiteX4" fmla="*/ 0 w 3938864"/>
              <a:gd name="connsiteY4" fmla="*/ 762044 h 762044"/>
              <a:gd name="connsiteX0" fmla="*/ 0 w 3507647"/>
              <a:gd name="connsiteY0" fmla="*/ 762044 h 762044"/>
              <a:gd name="connsiteX1" fmla="*/ 436002 w 3507647"/>
              <a:gd name="connsiteY1" fmla="*/ 0 h 762044"/>
              <a:gd name="connsiteX2" fmla="*/ 2215696 w 3507647"/>
              <a:gd name="connsiteY2" fmla="*/ 4417 h 762044"/>
              <a:gd name="connsiteX3" fmla="*/ 3507647 w 3507647"/>
              <a:gd name="connsiteY3" fmla="*/ 759302 h 762044"/>
              <a:gd name="connsiteX4" fmla="*/ 0 w 3507647"/>
              <a:gd name="connsiteY4" fmla="*/ 762044 h 762044"/>
              <a:gd name="connsiteX0" fmla="*/ 0 w 2215696"/>
              <a:gd name="connsiteY0" fmla="*/ 762044 h 762044"/>
              <a:gd name="connsiteX1" fmla="*/ 436002 w 2215696"/>
              <a:gd name="connsiteY1" fmla="*/ 0 h 762044"/>
              <a:gd name="connsiteX2" fmla="*/ 2215696 w 2215696"/>
              <a:gd name="connsiteY2" fmla="*/ 4417 h 762044"/>
              <a:gd name="connsiteX3" fmla="*/ 1749313 w 2215696"/>
              <a:gd name="connsiteY3" fmla="*/ 759302 h 762044"/>
              <a:gd name="connsiteX4" fmla="*/ 0 w 2215696"/>
              <a:gd name="connsiteY4" fmla="*/ 762044 h 762044"/>
              <a:gd name="connsiteX0" fmla="*/ 0 w 2215696"/>
              <a:gd name="connsiteY0" fmla="*/ 762044 h 762044"/>
              <a:gd name="connsiteX1" fmla="*/ 436002 w 2215696"/>
              <a:gd name="connsiteY1" fmla="*/ 0 h 762044"/>
              <a:gd name="connsiteX2" fmla="*/ 2215696 w 2215696"/>
              <a:gd name="connsiteY2" fmla="*/ 4417 h 762044"/>
              <a:gd name="connsiteX3" fmla="*/ 1784101 w 2215696"/>
              <a:gd name="connsiteY3" fmla="*/ 759302 h 762044"/>
              <a:gd name="connsiteX4" fmla="*/ 0 w 2215696"/>
              <a:gd name="connsiteY4" fmla="*/ 762044 h 762044"/>
              <a:gd name="connsiteX0" fmla="*/ 0 w 2211348"/>
              <a:gd name="connsiteY0" fmla="*/ 762044 h 762044"/>
              <a:gd name="connsiteX1" fmla="*/ 436002 w 2211348"/>
              <a:gd name="connsiteY1" fmla="*/ 0 h 762044"/>
              <a:gd name="connsiteX2" fmla="*/ 2211348 w 2211348"/>
              <a:gd name="connsiteY2" fmla="*/ 8766 h 762044"/>
              <a:gd name="connsiteX3" fmla="*/ 1784101 w 2211348"/>
              <a:gd name="connsiteY3" fmla="*/ 759302 h 762044"/>
              <a:gd name="connsiteX4" fmla="*/ 0 w 2211348"/>
              <a:gd name="connsiteY4" fmla="*/ 762044 h 762044"/>
              <a:gd name="connsiteX0" fmla="*/ 0 w 2211348"/>
              <a:gd name="connsiteY0" fmla="*/ 762044 h 762044"/>
              <a:gd name="connsiteX1" fmla="*/ 436002 w 2211348"/>
              <a:gd name="connsiteY1" fmla="*/ 0 h 762044"/>
              <a:gd name="connsiteX2" fmla="*/ 2211348 w 2211348"/>
              <a:gd name="connsiteY2" fmla="*/ 6174 h 762044"/>
              <a:gd name="connsiteX3" fmla="*/ 1784101 w 2211348"/>
              <a:gd name="connsiteY3" fmla="*/ 759302 h 762044"/>
              <a:gd name="connsiteX4" fmla="*/ 0 w 2211348"/>
              <a:gd name="connsiteY4" fmla="*/ 762044 h 762044"/>
              <a:gd name="connsiteX0" fmla="*/ 0 w 2209408"/>
              <a:gd name="connsiteY0" fmla="*/ 762044 h 762044"/>
              <a:gd name="connsiteX1" fmla="*/ 436002 w 2209408"/>
              <a:gd name="connsiteY1" fmla="*/ 0 h 762044"/>
              <a:gd name="connsiteX2" fmla="*/ 2209408 w 2209408"/>
              <a:gd name="connsiteY2" fmla="*/ 356 h 762044"/>
              <a:gd name="connsiteX3" fmla="*/ 1784101 w 2209408"/>
              <a:gd name="connsiteY3" fmla="*/ 759302 h 762044"/>
              <a:gd name="connsiteX4" fmla="*/ 0 w 2209408"/>
              <a:gd name="connsiteY4" fmla="*/ 762044 h 762044"/>
              <a:gd name="connsiteX0" fmla="*/ 0 w 2209408"/>
              <a:gd name="connsiteY0" fmla="*/ 762044 h 762044"/>
              <a:gd name="connsiteX1" fmla="*/ 436002 w 2209408"/>
              <a:gd name="connsiteY1" fmla="*/ 0 h 762044"/>
              <a:gd name="connsiteX2" fmla="*/ 2209408 w 2209408"/>
              <a:gd name="connsiteY2" fmla="*/ 356 h 762044"/>
              <a:gd name="connsiteX3" fmla="*/ 1784101 w 2209408"/>
              <a:gd name="connsiteY3" fmla="*/ 761174 h 762044"/>
              <a:gd name="connsiteX4" fmla="*/ 0 w 2209408"/>
              <a:gd name="connsiteY4" fmla="*/ 762044 h 762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408" h="762044">
                <a:moveTo>
                  <a:pt x="0" y="762044"/>
                </a:moveTo>
                <a:lnTo>
                  <a:pt x="436002" y="0"/>
                </a:lnTo>
                <a:lnTo>
                  <a:pt x="2209408" y="356"/>
                </a:lnTo>
                <a:lnTo>
                  <a:pt x="1784101" y="761174"/>
                </a:lnTo>
                <a:lnTo>
                  <a:pt x="0" y="762044"/>
                </a:lnTo>
                <a:close/>
              </a:path>
            </a:pathLst>
          </a:cu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19860"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1">
            <a:extLst>
              <a:ext uri="{FF2B5EF4-FFF2-40B4-BE49-F238E27FC236}">
                <a16:creationId xmlns:a16="http://schemas.microsoft.com/office/drawing/2014/main" id="{31802610-D823-4338-90FB-0FB5ED710D30}"/>
              </a:ext>
            </a:extLst>
          </p:cNvPr>
          <p:cNvSpPr>
            <a:spLocks/>
          </p:cNvSpPr>
          <p:nvPr userDrawn="1"/>
        </p:nvSpPr>
        <p:spPr>
          <a:xfrm>
            <a:off x="8104202" y="4205467"/>
            <a:ext cx="2822357" cy="1292255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4726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7533"/>
              <a:gd name="connsiteY0" fmla="*/ 10075 h 10075"/>
              <a:gd name="connsiteX1" fmla="*/ 2259 w 7533"/>
              <a:gd name="connsiteY1" fmla="*/ 0 h 10075"/>
              <a:gd name="connsiteX2" fmla="*/ 7533 w 7533"/>
              <a:gd name="connsiteY2" fmla="*/ 0 h 10075"/>
              <a:gd name="connsiteX3" fmla="*/ 5533 w 7533"/>
              <a:gd name="connsiteY3" fmla="*/ 10000 h 10075"/>
              <a:gd name="connsiteX4" fmla="*/ 0 w 7533"/>
              <a:gd name="connsiteY4" fmla="*/ 10075 h 1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3" h="10075">
                <a:moveTo>
                  <a:pt x="0" y="10075"/>
                </a:moveTo>
                <a:lnTo>
                  <a:pt x="2259" y="0"/>
                </a:lnTo>
                <a:lnTo>
                  <a:pt x="7533" y="0"/>
                </a:lnTo>
                <a:lnTo>
                  <a:pt x="5533" y="10000"/>
                </a:lnTo>
                <a:lnTo>
                  <a:pt x="0" y="10075"/>
                </a:lnTo>
                <a:close/>
              </a:path>
            </a:pathLst>
          </a:custGeom>
          <a:blipFill dpi="0" rotWithShape="0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B95466-3273-424C-8290-443915756D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582" y="2066080"/>
            <a:ext cx="3844673" cy="1089015"/>
          </a:xfrm>
          <a:prstGeom prst="rect">
            <a:avLst/>
          </a:prstGeom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3EB4D61-B894-49EC-8A59-5634328C51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349483" y="1296987"/>
            <a:ext cx="3486403" cy="1302342"/>
          </a:xfrm>
          <a:prstGeom prst="parallelogram">
            <a:avLst>
              <a:gd name="adj" fmla="val 5403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70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D80A47E-95D3-46EA-8EBF-9A24D9EF6237}"/>
              </a:ext>
            </a:extLst>
          </p:cNvPr>
          <p:cNvSpPr/>
          <p:nvPr userDrawn="1"/>
        </p:nvSpPr>
        <p:spPr>
          <a:xfrm>
            <a:off x="0" y="-1"/>
            <a:ext cx="12192000" cy="68704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22D497B-C5F9-4964-9C6F-68EF5A8C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D9C369-9C39-4AFF-A600-73A96760B3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505" y="177617"/>
            <a:ext cx="11829670" cy="51826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Headings, Arial Black 28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8E208-4AE7-47A9-98C3-2E2AC1905565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C52B0-BC28-405A-9BD8-E1331B404E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01" y="6559415"/>
            <a:ext cx="685800" cy="19433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28B5D0-CEF4-4492-BEC3-869CB8590DDF}"/>
              </a:ext>
            </a:extLst>
          </p:cNvPr>
          <p:cNvCxnSpPr>
            <a:cxnSpLocks/>
          </p:cNvCxnSpPr>
          <p:nvPr userDrawn="1"/>
        </p:nvCxnSpPr>
        <p:spPr>
          <a:xfrm>
            <a:off x="213355" y="695883"/>
            <a:ext cx="1197864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CC4F0B-11FA-4C6C-A0EA-8515DFC447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8642" y="1251475"/>
            <a:ext cx="8461375" cy="485298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200000"/>
              </a:lnSpc>
              <a:buClr>
                <a:schemeClr val="accent4"/>
              </a:buClr>
              <a:buFont typeface="Arial" panose="020B0604020202020204" pitchFamily="34" charset="0"/>
              <a:buChar char="■"/>
              <a:defRPr b="1"/>
            </a:lvl1pPr>
            <a:lvl2pPr marL="685800" indent="-228600">
              <a:lnSpc>
                <a:spcPct val="200000"/>
              </a:lnSpc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■"/>
              <a:defRPr b="1"/>
            </a:lvl2pPr>
            <a:lvl3pPr marL="1143000" indent="-228600">
              <a:lnSpc>
                <a:spcPct val="200000"/>
              </a:lnSpc>
              <a:buClrTx/>
              <a:buFont typeface="Arial" panose="020B0604020202020204" pitchFamily="34" charset="0"/>
              <a:buChar char="■"/>
              <a:defRPr b="1"/>
            </a:lvl3pPr>
            <a:lvl4pPr marL="1600200" indent="-228600">
              <a:lnSpc>
                <a:spcPct val="200000"/>
              </a:lnSpc>
              <a:buClrTx/>
              <a:buFont typeface="Arial" panose="020B0604020202020204" pitchFamily="34" charset="0"/>
              <a:buChar char="►"/>
              <a:defRPr b="1"/>
            </a:lvl4pPr>
            <a:lvl5pPr marL="2057400" indent="-228600">
              <a:lnSpc>
                <a:spcPct val="200000"/>
              </a:lnSpc>
              <a:buClrTx/>
              <a:buFont typeface="Arial" panose="020B0604020202020204" pitchFamily="34" charset="0"/>
              <a:buChar char="►"/>
              <a:defRPr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6B13FA8-36C6-42C6-8791-45C5DE44A9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" r="33081"/>
          <a:stretch/>
        </p:blipFill>
        <p:spPr>
          <a:xfrm>
            <a:off x="8068520" y="1233260"/>
            <a:ext cx="4123475" cy="48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9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2F45856-FCD5-48D9-92FC-7D67F16C4F20}"/>
              </a:ext>
            </a:extLst>
          </p:cNvPr>
          <p:cNvSpPr/>
          <p:nvPr userDrawn="1"/>
        </p:nvSpPr>
        <p:spPr>
          <a:xfrm>
            <a:off x="0" y="-1"/>
            <a:ext cx="12192000" cy="68704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98226EE2-9EE3-4C46-93FA-2B4093085A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396" y="344913"/>
            <a:ext cx="1975753" cy="5598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9DED2D-6089-45B7-962D-570DF5577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033" t="174" r="-77" b="-174"/>
          <a:stretch/>
        </p:blipFill>
        <p:spPr>
          <a:xfrm>
            <a:off x="0" y="1442617"/>
            <a:ext cx="12192000" cy="5427841"/>
          </a:xfrm>
          <a:prstGeom prst="rect">
            <a:avLst/>
          </a:prstGeom>
        </p:spPr>
      </p:pic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52C96D25-2DED-8D46-842F-A924F9380EE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184912" y="3121555"/>
            <a:ext cx="8810018" cy="61489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BREAKER HEADING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304510DB-AD50-4B84-8072-3AB0EF00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2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2">
    <p:bg>
      <p:bgPr>
        <a:solidFill>
          <a:srgbClr val="BFB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D1BBAEF-E07B-455B-931B-A0F1B0FCD78F}"/>
              </a:ext>
            </a:extLst>
          </p:cNvPr>
          <p:cNvSpPr/>
          <p:nvPr userDrawn="1"/>
        </p:nvSpPr>
        <p:spPr>
          <a:xfrm>
            <a:off x="0" y="-1"/>
            <a:ext cx="12192000" cy="687045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599B5D-EA0C-4250-9AAC-3CE0F6EEB17A}"/>
              </a:ext>
            </a:extLst>
          </p:cNvPr>
          <p:cNvGrpSpPr/>
          <p:nvPr userDrawn="1"/>
        </p:nvGrpSpPr>
        <p:grpSpPr>
          <a:xfrm>
            <a:off x="0" y="1442617"/>
            <a:ext cx="12192000" cy="5427841"/>
            <a:chOff x="0" y="1442617"/>
            <a:chExt cx="12192000" cy="542784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4D855A3-E1B0-44D8-90C2-947C32A8718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033" t="174" r="-77" b="-174"/>
            <a:stretch/>
          </p:blipFill>
          <p:spPr>
            <a:xfrm>
              <a:off x="0" y="1442617"/>
              <a:ext cx="12192000" cy="542784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3677B7-A314-4B96-BC10-6138F9BD3B3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7822"/>
            <a:stretch/>
          </p:blipFill>
          <p:spPr>
            <a:xfrm>
              <a:off x="0" y="4116592"/>
              <a:ext cx="3486474" cy="1292464"/>
            </a:xfrm>
            <a:prstGeom prst="rect">
              <a:avLst/>
            </a:prstGeom>
          </p:spPr>
        </p:pic>
      </p:grpSp>
      <p:sp>
        <p:nvSpPr>
          <p:cNvPr id="23" name="Text Placeholder 82">
            <a:extLst>
              <a:ext uri="{FF2B5EF4-FFF2-40B4-BE49-F238E27FC236}">
                <a16:creationId xmlns:a16="http://schemas.microsoft.com/office/drawing/2014/main" id="{3D33D8B0-1D1A-4866-BEF4-047A07131A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7312" y="3121555"/>
            <a:ext cx="8657618" cy="61489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BREAKER HEADING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C0A9537B-411B-45AE-882B-58BEB6D6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E83958-4637-45AE-B426-D77D88732B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396" y="344913"/>
            <a:ext cx="1975753" cy="55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03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3">
    <p:bg>
      <p:bgPr>
        <a:solidFill>
          <a:srgbClr val="FFD2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B184A7B-DC0E-4983-AAFB-C9BD248F6413}"/>
              </a:ext>
            </a:extLst>
          </p:cNvPr>
          <p:cNvSpPr/>
          <p:nvPr userDrawn="1"/>
        </p:nvSpPr>
        <p:spPr>
          <a:xfrm>
            <a:off x="0" y="-1"/>
            <a:ext cx="12192000" cy="6870459"/>
          </a:xfrm>
          <a:prstGeom prst="rect">
            <a:avLst/>
          </a:prstGeom>
          <a:solidFill>
            <a:srgbClr val="FFD2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12072D-FA2F-416A-B76C-E3FD6B59BC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427" r="176" b="2847"/>
          <a:stretch/>
        </p:blipFill>
        <p:spPr>
          <a:xfrm>
            <a:off x="0" y="1473803"/>
            <a:ext cx="12192000" cy="5396655"/>
          </a:xfrm>
          <a:prstGeom prst="rect">
            <a:avLst/>
          </a:prstGeom>
        </p:spPr>
      </p:pic>
      <p:sp>
        <p:nvSpPr>
          <p:cNvPr id="21" name="Text Placeholder 82">
            <a:extLst>
              <a:ext uri="{FF2B5EF4-FFF2-40B4-BE49-F238E27FC236}">
                <a16:creationId xmlns:a16="http://schemas.microsoft.com/office/drawing/2014/main" id="{60F5F3C8-1503-473F-BD28-E18BCA5061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98558" y="3217089"/>
            <a:ext cx="8796371" cy="61489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BREAKER HEADING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A8AB39C-943C-430B-A0EF-EA9123E7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3D5471-A8C1-498B-B6A0-195B6005D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396" y="344913"/>
            <a:ext cx="1975753" cy="55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9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335F4B-6D98-4F1F-AB31-4AC2A70A0919}"/>
              </a:ext>
            </a:extLst>
          </p:cNvPr>
          <p:cNvSpPr/>
          <p:nvPr userDrawn="1"/>
        </p:nvSpPr>
        <p:spPr>
          <a:xfrm>
            <a:off x="0" y="-1"/>
            <a:ext cx="12192000" cy="68704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709" y="177617"/>
            <a:ext cx="11851415" cy="51826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Headings, Arial Black 28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F29CCA0-75BC-F646-97E5-56E05AC2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B10279-DBF1-614D-8557-8DCFA01F9686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93F00F-E002-7247-83DD-A5489A691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748" y="6539459"/>
            <a:ext cx="685800" cy="1926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443A-1F74-9645-A1B2-E72B8AB23D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5138" y="1042988"/>
            <a:ext cx="11374437" cy="503713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3FC1AE-4416-481E-AA6C-F5D2C08B0170}"/>
              </a:ext>
            </a:extLst>
          </p:cNvPr>
          <p:cNvCxnSpPr>
            <a:cxnSpLocks/>
          </p:cNvCxnSpPr>
          <p:nvPr userDrawn="1"/>
        </p:nvCxnSpPr>
        <p:spPr>
          <a:xfrm>
            <a:off x="213355" y="695883"/>
            <a:ext cx="1197864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513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6283EC-EA3F-43D6-9975-852F749CF310}"/>
              </a:ext>
            </a:extLst>
          </p:cNvPr>
          <p:cNvSpPr/>
          <p:nvPr userDrawn="1"/>
        </p:nvSpPr>
        <p:spPr>
          <a:xfrm>
            <a:off x="0" y="-1"/>
            <a:ext cx="12192000" cy="68704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709" y="177617"/>
            <a:ext cx="10689928" cy="51826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Headings, Arial Black 28</a:t>
            </a:r>
          </a:p>
        </p:txBody>
      </p:sp>
      <p:sp>
        <p:nvSpPr>
          <p:cNvPr id="203" name="Slide Number Placeholder 3">
            <a:extLst>
              <a:ext uri="{FF2B5EF4-FFF2-40B4-BE49-F238E27FC236}">
                <a16:creationId xmlns:a16="http://schemas.microsoft.com/office/drawing/2014/main" id="{53F7A5A0-C9A0-1948-8C44-E2CAD3F2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5AA262F-1C69-4F47-BDBB-495B5D602099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06" name="Content Placeholder 2">
            <a:extLst>
              <a:ext uri="{FF2B5EF4-FFF2-40B4-BE49-F238E27FC236}">
                <a16:creationId xmlns:a16="http://schemas.microsoft.com/office/drawing/2014/main" id="{563F649F-C1D9-8840-ACBE-EAE8C82212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5138" y="1042988"/>
            <a:ext cx="11374437" cy="503713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9EAB0-FE7B-4F6B-BB58-2B1174972F06}"/>
              </a:ext>
            </a:extLst>
          </p:cNvPr>
          <p:cNvCxnSpPr>
            <a:cxnSpLocks/>
          </p:cNvCxnSpPr>
          <p:nvPr userDrawn="1"/>
        </p:nvCxnSpPr>
        <p:spPr>
          <a:xfrm>
            <a:off x="213355" y="695883"/>
            <a:ext cx="1197864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9F1E028-E163-498F-A50A-200863D0BB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19637" y="263124"/>
            <a:ext cx="1225452" cy="34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5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0B0C34D8-CBD0-4084-924D-33B6F5C0B900}"/>
              </a:ext>
            </a:extLst>
          </p:cNvPr>
          <p:cNvSpPr/>
          <p:nvPr userDrawn="1"/>
        </p:nvSpPr>
        <p:spPr>
          <a:xfrm>
            <a:off x="0" y="-1"/>
            <a:ext cx="12192000" cy="68704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87DA-69AC-4141-8B9E-4AC8E7A9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8959DEA-D10C-EB40-8749-A2FCA172722E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09EA2F6-AC9F-AA46-BABB-196A7BB751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176" y="6542893"/>
            <a:ext cx="685800" cy="19261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E18413-3254-0947-AA39-6524773BE469}"/>
              </a:ext>
            </a:extLst>
          </p:cNvPr>
          <p:cNvCxnSpPr>
            <a:cxnSpLocks/>
          </p:cNvCxnSpPr>
          <p:nvPr/>
        </p:nvCxnSpPr>
        <p:spPr>
          <a:xfrm>
            <a:off x="9359441" y="1009457"/>
            <a:ext cx="1950720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8F6F54-C962-004A-900A-91F6EB757654}"/>
              </a:ext>
            </a:extLst>
          </p:cNvPr>
          <p:cNvCxnSpPr>
            <a:cxnSpLocks/>
          </p:cNvCxnSpPr>
          <p:nvPr/>
        </p:nvCxnSpPr>
        <p:spPr>
          <a:xfrm>
            <a:off x="6585216" y="1009457"/>
            <a:ext cx="1950776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58E3D5-71A6-9347-BFD1-5A642E8D6A69}"/>
              </a:ext>
            </a:extLst>
          </p:cNvPr>
          <p:cNvCxnSpPr>
            <a:cxnSpLocks/>
          </p:cNvCxnSpPr>
          <p:nvPr/>
        </p:nvCxnSpPr>
        <p:spPr>
          <a:xfrm>
            <a:off x="9359469" y="5990506"/>
            <a:ext cx="1950720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E467A5-1B46-194C-9BD5-B62FD06B66FB}"/>
              </a:ext>
            </a:extLst>
          </p:cNvPr>
          <p:cNvCxnSpPr>
            <a:cxnSpLocks/>
          </p:cNvCxnSpPr>
          <p:nvPr/>
        </p:nvCxnSpPr>
        <p:spPr>
          <a:xfrm>
            <a:off x="6585244" y="5990506"/>
            <a:ext cx="1950776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89F0F-2312-6844-87FD-88B0B7064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38200" y="1434990"/>
            <a:ext cx="3881437" cy="418623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2" name="Picture Placeholder 191">
            <a:extLst>
              <a:ext uri="{FF2B5EF4-FFF2-40B4-BE49-F238E27FC236}">
                <a16:creationId xmlns:a16="http://schemas.microsoft.com/office/drawing/2014/main" id="{80808B06-908A-2148-B18E-47378CE6ED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6100" y="970791"/>
            <a:ext cx="5678488" cy="51146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AB251819-4A3A-4CAD-9B95-A06EE91CC35F}"/>
              </a:ext>
            </a:extLst>
          </p:cNvPr>
          <p:cNvSpPr/>
          <p:nvPr userDrawn="1"/>
        </p:nvSpPr>
        <p:spPr>
          <a:xfrm flipV="1">
            <a:off x="8775776" y="970791"/>
            <a:ext cx="406285" cy="235671"/>
          </a:xfrm>
          <a:prstGeom prst="parallelogram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60" name="Parallelogram 59">
            <a:extLst>
              <a:ext uri="{FF2B5EF4-FFF2-40B4-BE49-F238E27FC236}">
                <a16:creationId xmlns:a16="http://schemas.microsoft.com/office/drawing/2014/main" id="{5FE7B4CC-3D49-4682-BF31-6E004DC5F386}"/>
              </a:ext>
            </a:extLst>
          </p:cNvPr>
          <p:cNvSpPr/>
          <p:nvPr userDrawn="1"/>
        </p:nvSpPr>
        <p:spPr>
          <a:xfrm>
            <a:off x="8775776" y="5849755"/>
            <a:ext cx="406285" cy="235671"/>
          </a:xfrm>
          <a:prstGeom prst="parallelogram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3E1DA14-AFFD-4346-8222-00C6FA5D3B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709" y="177617"/>
            <a:ext cx="10689928" cy="51826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Headings, Arial Black 28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136B2B-5ED4-485E-B6E4-94CD1D0A3281}"/>
              </a:ext>
            </a:extLst>
          </p:cNvPr>
          <p:cNvCxnSpPr>
            <a:cxnSpLocks/>
          </p:cNvCxnSpPr>
          <p:nvPr userDrawn="1"/>
        </p:nvCxnSpPr>
        <p:spPr>
          <a:xfrm>
            <a:off x="213355" y="695883"/>
            <a:ext cx="1197864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36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87DA-69AC-4141-8B9E-4AC8E7A9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E18413-3254-0947-AA39-6524773BE469}"/>
              </a:ext>
            </a:extLst>
          </p:cNvPr>
          <p:cNvCxnSpPr>
            <a:cxnSpLocks/>
          </p:cNvCxnSpPr>
          <p:nvPr/>
        </p:nvCxnSpPr>
        <p:spPr>
          <a:xfrm>
            <a:off x="9359441" y="1009457"/>
            <a:ext cx="1950720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8F6F54-C962-004A-900A-91F6EB757654}"/>
              </a:ext>
            </a:extLst>
          </p:cNvPr>
          <p:cNvCxnSpPr>
            <a:cxnSpLocks/>
          </p:cNvCxnSpPr>
          <p:nvPr/>
        </p:nvCxnSpPr>
        <p:spPr>
          <a:xfrm>
            <a:off x="6585216" y="1009457"/>
            <a:ext cx="1950776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89F0F-2312-6844-87FD-88B0B7064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44463" y="1508467"/>
            <a:ext cx="3881437" cy="4186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2" name="Picture Placeholder 191">
            <a:extLst>
              <a:ext uri="{FF2B5EF4-FFF2-40B4-BE49-F238E27FC236}">
                <a16:creationId xmlns:a16="http://schemas.microsoft.com/office/drawing/2014/main" id="{80808B06-908A-2148-B18E-47378CE6ED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6100" y="970791"/>
            <a:ext cx="5678488" cy="51146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3" name="Flowchart: Data 62">
            <a:extLst>
              <a:ext uri="{FF2B5EF4-FFF2-40B4-BE49-F238E27FC236}">
                <a16:creationId xmlns:a16="http://schemas.microsoft.com/office/drawing/2014/main" id="{74E04FB1-A2F0-4240-B166-CEFB87B89FC1}"/>
              </a:ext>
            </a:extLst>
          </p:cNvPr>
          <p:cNvSpPr/>
          <p:nvPr/>
        </p:nvSpPr>
        <p:spPr>
          <a:xfrm flipV="1">
            <a:off x="8744574" y="970791"/>
            <a:ext cx="406285" cy="235671"/>
          </a:xfrm>
          <a:prstGeom prst="flowChartInputOutpu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prstClr val="white"/>
              </a:solidFill>
              <a:latin typeface="Arial" panose="020B0604020202020204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9E52BEB-3B9E-45FF-A2F2-306CE1957623}"/>
              </a:ext>
            </a:extLst>
          </p:cNvPr>
          <p:cNvCxnSpPr>
            <a:cxnSpLocks/>
          </p:cNvCxnSpPr>
          <p:nvPr/>
        </p:nvCxnSpPr>
        <p:spPr>
          <a:xfrm>
            <a:off x="9359469" y="6086758"/>
            <a:ext cx="1950720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89CC4D2-E481-49B9-802D-81F938ECD26E}"/>
              </a:ext>
            </a:extLst>
          </p:cNvPr>
          <p:cNvCxnSpPr>
            <a:cxnSpLocks/>
          </p:cNvCxnSpPr>
          <p:nvPr userDrawn="1"/>
        </p:nvCxnSpPr>
        <p:spPr>
          <a:xfrm>
            <a:off x="6585244" y="6086758"/>
            <a:ext cx="1950776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Flowchart: Data 66">
            <a:extLst>
              <a:ext uri="{FF2B5EF4-FFF2-40B4-BE49-F238E27FC236}">
                <a16:creationId xmlns:a16="http://schemas.microsoft.com/office/drawing/2014/main" id="{A732EA18-9A1E-4809-8416-76B101C68D95}"/>
              </a:ext>
            </a:extLst>
          </p:cNvPr>
          <p:cNvSpPr/>
          <p:nvPr/>
        </p:nvSpPr>
        <p:spPr>
          <a:xfrm>
            <a:off x="8744574" y="5849755"/>
            <a:ext cx="406285" cy="235671"/>
          </a:xfrm>
          <a:prstGeom prst="flowChartInputOutpu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1A86BE1B-9553-4D58-887D-661BCC2EF8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709" y="177617"/>
            <a:ext cx="10689928" cy="51826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Headings, Arial Black 28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049C27-873F-4014-B30E-279C1F1C13F5}"/>
              </a:ext>
            </a:extLst>
          </p:cNvPr>
          <p:cNvSpPr/>
          <p:nvPr userDrawn="1"/>
        </p:nvSpPr>
        <p:spPr>
          <a:xfrm>
            <a:off x="0" y="6371923"/>
            <a:ext cx="1309036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B2721758-AB38-4890-A459-62525EB1D2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03" y="6495818"/>
            <a:ext cx="685800" cy="19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56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F82D1C2C-3BCA-4021-824D-65E095C493EA}"/>
              </a:ext>
            </a:extLst>
          </p:cNvPr>
          <p:cNvSpPr/>
          <p:nvPr userDrawn="1"/>
        </p:nvSpPr>
        <p:spPr>
          <a:xfrm>
            <a:off x="0" y="-1"/>
            <a:ext cx="12192000" cy="687045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A56141A0-5103-41CF-B889-650C628C18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799" y="2039743"/>
            <a:ext cx="3654575" cy="1024921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8DDFDB4A-ADE1-43B1-B8AC-A038CECCDD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49" r="45732" b="1142"/>
          <a:stretch/>
        </p:blipFill>
        <p:spPr>
          <a:xfrm>
            <a:off x="5349923" y="0"/>
            <a:ext cx="684207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E59B90-D0E2-4CE0-A552-CE89FB3B0D41}"/>
              </a:ext>
            </a:extLst>
          </p:cNvPr>
          <p:cNvSpPr/>
          <p:nvPr userDrawn="1"/>
        </p:nvSpPr>
        <p:spPr>
          <a:xfrm>
            <a:off x="856175" y="4078598"/>
            <a:ext cx="29380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4802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63EAF-A7D0-5C4B-9CAB-D02E89864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48977"/>
            <a:ext cx="4416258" cy="689582"/>
          </a:xfrm>
          <a:prstGeom prst="rect">
            <a:avLst/>
          </a:prstGeo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7AE377-97AD-9340-9398-2FFE73C950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842" y="3659188"/>
            <a:ext cx="4106696" cy="6050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Presentation Name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DF7D242-6608-C04D-882C-C565612971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1574" y="4394844"/>
            <a:ext cx="4106696" cy="6050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Presenter, Date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62BB63B-F726-A641-A3CD-034A7FAA9061}"/>
              </a:ext>
            </a:extLst>
          </p:cNvPr>
          <p:cNvGrpSpPr/>
          <p:nvPr userDrawn="1"/>
        </p:nvGrpSpPr>
        <p:grpSpPr>
          <a:xfrm rot="10800000">
            <a:off x="11229473" y="-502425"/>
            <a:ext cx="1236179" cy="1445111"/>
            <a:chOff x="343167" y="1399356"/>
            <a:chExt cx="3282349" cy="3542242"/>
          </a:xfrm>
          <a:solidFill>
            <a:schemeClr val="accent3">
              <a:lumMod val="20000"/>
              <a:lumOff val="80000"/>
            </a:schemeClr>
          </a:solidFill>
          <a:effectLst/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AC76EC58-6CCF-8E4A-BB1D-5119FE603720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3" name="Isosceles Triangle 11">
              <a:extLst>
                <a:ext uri="{FF2B5EF4-FFF2-40B4-BE49-F238E27FC236}">
                  <a16:creationId xmlns:a16="http://schemas.microsoft.com/office/drawing/2014/main" id="{AF92D8B7-CDC7-354B-86F9-B3F5F33E0582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4" name="Isosceles Triangle 13">
              <a:extLst>
                <a:ext uri="{FF2B5EF4-FFF2-40B4-BE49-F238E27FC236}">
                  <a16:creationId xmlns:a16="http://schemas.microsoft.com/office/drawing/2014/main" id="{3A4C5E2A-BA92-B043-BB27-8702E9372C65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24FF7CB-4085-174A-98C4-18CBD6CF5C0E}"/>
              </a:ext>
            </a:extLst>
          </p:cNvPr>
          <p:cNvGrpSpPr/>
          <p:nvPr userDrawn="1"/>
        </p:nvGrpSpPr>
        <p:grpSpPr>
          <a:xfrm rot="10800000">
            <a:off x="9745578" y="-503810"/>
            <a:ext cx="1236179" cy="1445111"/>
            <a:chOff x="343167" y="1399356"/>
            <a:chExt cx="3282349" cy="3542242"/>
          </a:xfrm>
          <a:solidFill>
            <a:schemeClr val="accent3">
              <a:lumMod val="20000"/>
              <a:lumOff val="80000"/>
            </a:schemeClr>
          </a:solidFill>
          <a:effectLst/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50C6D6C-ACE7-8640-831B-82C95782884D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4" name="Isosceles Triangle 11">
              <a:extLst>
                <a:ext uri="{FF2B5EF4-FFF2-40B4-BE49-F238E27FC236}">
                  <a16:creationId xmlns:a16="http://schemas.microsoft.com/office/drawing/2014/main" id="{5684CED0-2C24-FB4F-AD2C-0A58F034FE21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5" name="Isosceles Triangle 13">
              <a:extLst>
                <a:ext uri="{FF2B5EF4-FFF2-40B4-BE49-F238E27FC236}">
                  <a16:creationId xmlns:a16="http://schemas.microsoft.com/office/drawing/2014/main" id="{21D83F39-9CDC-E948-AAC4-47992B7FD8B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FA08623-587F-FE49-AF8E-2E095DECC54A}"/>
              </a:ext>
            </a:extLst>
          </p:cNvPr>
          <p:cNvGrpSpPr/>
          <p:nvPr userDrawn="1"/>
        </p:nvGrpSpPr>
        <p:grpSpPr>
          <a:xfrm rot="10800000">
            <a:off x="11946053" y="797694"/>
            <a:ext cx="1236179" cy="1445111"/>
            <a:chOff x="343167" y="1399356"/>
            <a:chExt cx="3282349" cy="3542242"/>
          </a:xfrm>
          <a:solidFill>
            <a:schemeClr val="bg2">
              <a:lumMod val="85000"/>
            </a:schemeClr>
          </a:solidFill>
          <a:effectLst/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B04ECF5-6077-6B4E-86BC-C25C0B60B047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9" name="Isosceles Triangle 11">
              <a:extLst>
                <a:ext uri="{FF2B5EF4-FFF2-40B4-BE49-F238E27FC236}">
                  <a16:creationId xmlns:a16="http://schemas.microsoft.com/office/drawing/2014/main" id="{39D9349B-8B23-544F-974C-A845A9A6044C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0" name="Isosceles Triangle 13">
              <a:extLst>
                <a:ext uri="{FF2B5EF4-FFF2-40B4-BE49-F238E27FC236}">
                  <a16:creationId xmlns:a16="http://schemas.microsoft.com/office/drawing/2014/main" id="{EBDC4249-F9AD-064C-811F-2FCB030E76F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D5CB1C6-E8B8-6342-84C9-F84BCCAC6BDB}"/>
              </a:ext>
            </a:extLst>
          </p:cNvPr>
          <p:cNvGrpSpPr/>
          <p:nvPr userDrawn="1"/>
        </p:nvGrpSpPr>
        <p:grpSpPr>
          <a:xfrm rot="10800000">
            <a:off x="9035244" y="787192"/>
            <a:ext cx="1236179" cy="1445111"/>
            <a:chOff x="343167" y="1399356"/>
            <a:chExt cx="3282349" cy="3542242"/>
          </a:xfrm>
          <a:solidFill>
            <a:schemeClr val="bg2">
              <a:lumMod val="85000"/>
            </a:schemeClr>
          </a:solidFill>
          <a:effectLst/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4841D93-1108-1D4F-A2D2-45492A71B8D6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3" name="Isosceles Triangle 11">
              <a:extLst>
                <a:ext uri="{FF2B5EF4-FFF2-40B4-BE49-F238E27FC236}">
                  <a16:creationId xmlns:a16="http://schemas.microsoft.com/office/drawing/2014/main" id="{3EA82813-D37C-3F41-A04A-145B5471CF48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4" name="Isosceles Triangle 13">
              <a:extLst>
                <a:ext uri="{FF2B5EF4-FFF2-40B4-BE49-F238E27FC236}">
                  <a16:creationId xmlns:a16="http://schemas.microsoft.com/office/drawing/2014/main" id="{8E2524E5-C8DE-4C47-9237-6ED6F512F31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10EC3F7-6B94-0A46-828D-4DDEA30D3082}"/>
              </a:ext>
            </a:extLst>
          </p:cNvPr>
          <p:cNvGrpSpPr/>
          <p:nvPr userDrawn="1"/>
        </p:nvGrpSpPr>
        <p:grpSpPr>
          <a:xfrm rot="10800000">
            <a:off x="8261683" y="-503810"/>
            <a:ext cx="1236179" cy="1445111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683CFC8F-17A7-AC45-BE8A-D740BBB4AF3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7" name="Isosceles Triangle 11">
              <a:extLst>
                <a:ext uri="{FF2B5EF4-FFF2-40B4-BE49-F238E27FC236}">
                  <a16:creationId xmlns:a16="http://schemas.microsoft.com/office/drawing/2014/main" id="{1D59B3E9-95A1-1A48-B8CA-16EE3828B0DA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8" name="Isosceles Triangle 13">
              <a:extLst>
                <a:ext uri="{FF2B5EF4-FFF2-40B4-BE49-F238E27FC236}">
                  <a16:creationId xmlns:a16="http://schemas.microsoft.com/office/drawing/2014/main" id="{7B087C64-DE2C-DE4F-887D-14D31BB7DB00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1DC21E3-B54F-6B4C-806D-24FAC258C3CC}"/>
              </a:ext>
            </a:extLst>
          </p:cNvPr>
          <p:cNvGrpSpPr/>
          <p:nvPr userDrawn="1"/>
        </p:nvGrpSpPr>
        <p:grpSpPr>
          <a:xfrm rot="10800000">
            <a:off x="11229473" y="2090081"/>
            <a:ext cx="1236179" cy="1445111"/>
            <a:chOff x="343167" y="1399356"/>
            <a:chExt cx="3282349" cy="3542242"/>
          </a:xfrm>
          <a:solidFill>
            <a:schemeClr val="accent3">
              <a:lumMod val="20000"/>
              <a:lumOff val="80000"/>
            </a:schemeClr>
          </a:solidFill>
          <a:effectLst/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66C3EEB-B9AB-B442-90D0-407202A9C893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1" name="Isosceles Triangle 11">
              <a:extLst>
                <a:ext uri="{FF2B5EF4-FFF2-40B4-BE49-F238E27FC236}">
                  <a16:creationId xmlns:a16="http://schemas.microsoft.com/office/drawing/2014/main" id="{100A748E-53FF-0042-B556-B2BD614E38C8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2" name="Isosceles Triangle 13">
              <a:extLst>
                <a:ext uri="{FF2B5EF4-FFF2-40B4-BE49-F238E27FC236}">
                  <a16:creationId xmlns:a16="http://schemas.microsoft.com/office/drawing/2014/main" id="{C716C29C-CD1F-0845-A7C8-B1878488174C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2C285FB-3EBB-DE44-A41D-FDAB2D5F6200}"/>
              </a:ext>
            </a:extLst>
          </p:cNvPr>
          <p:cNvGrpSpPr/>
          <p:nvPr userDrawn="1"/>
        </p:nvGrpSpPr>
        <p:grpSpPr>
          <a:xfrm rot="10800000">
            <a:off x="9753597" y="2085928"/>
            <a:ext cx="1236179" cy="1445111"/>
            <a:chOff x="343167" y="1399356"/>
            <a:chExt cx="3282349" cy="3542242"/>
          </a:xfrm>
          <a:solidFill>
            <a:schemeClr val="bg2">
              <a:lumMod val="85000"/>
            </a:schemeClr>
          </a:solidFill>
          <a:effectLst/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E116B99-46F8-6D4C-9A4E-4748E52F5D2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5" name="Isosceles Triangle 11">
              <a:extLst>
                <a:ext uri="{FF2B5EF4-FFF2-40B4-BE49-F238E27FC236}">
                  <a16:creationId xmlns:a16="http://schemas.microsoft.com/office/drawing/2014/main" id="{B03603B5-FC87-0443-81BA-9D4F16EC667A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6" name="Isosceles Triangle 13">
              <a:extLst>
                <a:ext uri="{FF2B5EF4-FFF2-40B4-BE49-F238E27FC236}">
                  <a16:creationId xmlns:a16="http://schemas.microsoft.com/office/drawing/2014/main" id="{8474420E-C2B2-2D46-A4EB-CCE09E5254DF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FDF8004-E057-0B40-B428-337AFF40D77E}"/>
              </a:ext>
            </a:extLst>
          </p:cNvPr>
          <p:cNvGrpSpPr/>
          <p:nvPr userDrawn="1"/>
        </p:nvGrpSpPr>
        <p:grpSpPr>
          <a:xfrm rot="10800000">
            <a:off x="8275017" y="2100583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4EF24B0-FDF9-0D4A-A334-5BD4F5EB697C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9" name="Isosceles Triangle 11">
              <a:extLst>
                <a:ext uri="{FF2B5EF4-FFF2-40B4-BE49-F238E27FC236}">
                  <a16:creationId xmlns:a16="http://schemas.microsoft.com/office/drawing/2014/main" id="{169C1315-ADF6-8844-B35D-3B216C13EECF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0" name="Isosceles Triangle 13">
              <a:extLst>
                <a:ext uri="{FF2B5EF4-FFF2-40B4-BE49-F238E27FC236}">
                  <a16:creationId xmlns:a16="http://schemas.microsoft.com/office/drawing/2014/main" id="{59B2885C-4A6A-FE41-BAA2-0CC3662837B1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81AB41C-BBCA-F54B-8487-6D7C0A8B0588}"/>
              </a:ext>
            </a:extLst>
          </p:cNvPr>
          <p:cNvGrpSpPr/>
          <p:nvPr userDrawn="1"/>
        </p:nvGrpSpPr>
        <p:grpSpPr>
          <a:xfrm rot="10800000">
            <a:off x="7512548" y="796309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FF7CDA8-0A13-B043-960E-EC6FCB1AED11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7" name="Isosceles Triangle 11">
              <a:extLst>
                <a:ext uri="{FF2B5EF4-FFF2-40B4-BE49-F238E27FC236}">
                  <a16:creationId xmlns:a16="http://schemas.microsoft.com/office/drawing/2014/main" id="{7E5354A5-68E5-A549-A547-A19F93927BA6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8" name="Isosceles Triangle 13">
              <a:extLst>
                <a:ext uri="{FF2B5EF4-FFF2-40B4-BE49-F238E27FC236}">
                  <a16:creationId xmlns:a16="http://schemas.microsoft.com/office/drawing/2014/main" id="{FD4C282D-C441-E242-B58D-EB6CEBB4E227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65EF378-9C33-4C4D-A03D-931AE4F2B039}"/>
              </a:ext>
            </a:extLst>
          </p:cNvPr>
          <p:cNvGrpSpPr/>
          <p:nvPr userDrawn="1"/>
        </p:nvGrpSpPr>
        <p:grpSpPr>
          <a:xfrm rot="10800000">
            <a:off x="11991942" y="3384664"/>
            <a:ext cx="1236179" cy="1445111"/>
            <a:chOff x="343167" y="1399356"/>
            <a:chExt cx="3282349" cy="3542242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F7B7D6D3-BEF0-524D-A61A-AB1960CD2D81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1" name="Isosceles Triangle 11">
              <a:extLst>
                <a:ext uri="{FF2B5EF4-FFF2-40B4-BE49-F238E27FC236}">
                  <a16:creationId xmlns:a16="http://schemas.microsoft.com/office/drawing/2014/main" id="{994E3BA6-B402-7C48-B983-04FC861EC15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2" name="Isosceles Triangle 13">
              <a:extLst>
                <a:ext uri="{FF2B5EF4-FFF2-40B4-BE49-F238E27FC236}">
                  <a16:creationId xmlns:a16="http://schemas.microsoft.com/office/drawing/2014/main" id="{930143BF-A00D-D54D-8A79-5A6EA606DCE5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4F94712-1BBA-2343-9252-70072C94A4CF}"/>
              </a:ext>
            </a:extLst>
          </p:cNvPr>
          <p:cNvGrpSpPr/>
          <p:nvPr userDrawn="1"/>
        </p:nvGrpSpPr>
        <p:grpSpPr>
          <a:xfrm rot="10800000">
            <a:off x="10508047" y="3383279"/>
            <a:ext cx="1236179" cy="1445111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5A3E63E-B2CD-9242-844E-AB0EA4ADF6D9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5" name="Isosceles Triangle 11">
              <a:extLst>
                <a:ext uri="{FF2B5EF4-FFF2-40B4-BE49-F238E27FC236}">
                  <a16:creationId xmlns:a16="http://schemas.microsoft.com/office/drawing/2014/main" id="{8E14A553-2283-264C-AB62-8CFF39BBB6F1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6" name="Isosceles Triangle 13">
              <a:extLst>
                <a:ext uri="{FF2B5EF4-FFF2-40B4-BE49-F238E27FC236}">
                  <a16:creationId xmlns:a16="http://schemas.microsoft.com/office/drawing/2014/main" id="{28AE36F2-E1D9-3048-93A7-24CFD1DC53BB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EB64F73-9FF4-8744-B39D-54D5407C3D22}"/>
              </a:ext>
            </a:extLst>
          </p:cNvPr>
          <p:cNvGrpSpPr/>
          <p:nvPr userDrawn="1"/>
        </p:nvGrpSpPr>
        <p:grpSpPr>
          <a:xfrm rot="10800000">
            <a:off x="11273589" y="4686168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2078A434-406C-A24A-B0F5-CE175F5CD750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9" name="Isosceles Triangle 11">
              <a:extLst>
                <a:ext uri="{FF2B5EF4-FFF2-40B4-BE49-F238E27FC236}">
                  <a16:creationId xmlns:a16="http://schemas.microsoft.com/office/drawing/2014/main" id="{BD46EEB6-00F5-3F44-9DF2-320ABC3DC4B7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70" name="Isosceles Triangle 13">
              <a:extLst>
                <a:ext uri="{FF2B5EF4-FFF2-40B4-BE49-F238E27FC236}">
                  <a16:creationId xmlns:a16="http://schemas.microsoft.com/office/drawing/2014/main" id="{69D8ABE7-2CA5-5B41-A9C2-ABC1D18E3198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916B2B09-5DE3-5C41-A9C1-379A91F0CDB9}"/>
              </a:ext>
            </a:extLst>
          </p:cNvPr>
          <p:cNvGrpSpPr/>
          <p:nvPr userDrawn="1"/>
        </p:nvGrpSpPr>
        <p:grpSpPr>
          <a:xfrm rot="10800000">
            <a:off x="9797713" y="4674281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2BB75A34-4574-8C41-AA15-45F1F151A65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0" name="Isosceles Triangle 11">
              <a:extLst>
                <a:ext uri="{FF2B5EF4-FFF2-40B4-BE49-F238E27FC236}">
                  <a16:creationId xmlns:a16="http://schemas.microsoft.com/office/drawing/2014/main" id="{BABC5483-7241-4746-BFFC-8D8337A104A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1" name="Isosceles Triangle 13">
              <a:extLst>
                <a:ext uri="{FF2B5EF4-FFF2-40B4-BE49-F238E27FC236}">
                  <a16:creationId xmlns:a16="http://schemas.microsoft.com/office/drawing/2014/main" id="{875A6EDE-BDC6-8140-A820-DFB21E2E018C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CABD562-F2AF-F444-8F2C-FED5A53586CC}"/>
              </a:ext>
            </a:extLst>
          </p:cNvPr>
          <p:cNvGrpSpPr/>
          <p:nvPr userDrawn="1"/>
        </p:nvGrpSpPr>
        <p:grpSpPr>
          <a:xfrm rot="10800000">
            <a:off x="11991942" y="5977170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B31C8491-26CB-954B-B85C-6CC4ED35A88C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8" name="Isosceles Triangle 11">
              <a:extLst>
                <a:ext uri="{FF2B5EF4-FFF2-40B4-BE49-F238E27FC236}">
                  <a16:creationId xmlns:a16="http://schemas.microsoft.com/office/drawing/2014/main" id="{2840C645-E791-A24C-8A1F-B98DA64177D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9" name="Isosceles Triangle 13">
              <a:extLst>
                <a:ext uri="{FF2B5EF4-FFF2-40B4-BE49-F238E27FC236}">
                  <a16:creationId xmlns:a16="http://schemas.microsoft.com/office/drawing/2014/main" id="{36CB497E-7927-C74E-ACDF-782D2A73FC8B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6987E9E-2CD4-1645-A655-AA1269F0E10F}"/>
              </a:ext>
            </a:extLst>
          </p:cNvPr>
          <p:cNvGrpSpPr/>
          <p:nvPr userDrawn="1"/>
        </p:nvGrpSpPr>
        <p:grpSpPr>
          <a:xfrm rot="10800000">
            <a:off x="10516066" y="5973017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75F9F7AC-A3CD-694E-A102-CB432E2DDF97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22" name="Isosceles Triangle 11">
              <a:extLst>
                <a:ext uri="{FF2B5EF4-FFF2-40B4-BE49-F238E27FC236}">
                  <a16:creationId xmlns:a16="http://schemas.microsoft.com/office/drawing/2014/main" id="{322238A9-B017-3C43-AB96-3E84C173B11A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23" name="Isosceles Triangle 13">
              <a:extLst>
                <a:ext uri="{FF2B5EF4-FFF2-40B4-BE49-F238E27FC236}">
                  <a16:creationId xmlns:a16="http://schemas.microsoft.com/office/drawing/2014/main" id="{52C71B3D-687B-1741-ACE6-8EC53611B0DD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41D69C61-C135-9F4E-9F50-4980A1E7E291}"/>
              </a:ext>
            </a:extLst>
          </p:cNvPr>
          <p:cNvGrpSpPr/>
          <p:nvPr userDrawn="1"/>
        </p:nvGrpSpPr>
        <p:grpSpPr>
          <a:xfrm rot="10800000">
            <a:off x="9037486" y="5987672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A7257F93-ECFB-674C-8E8D-CF0ED99AECA3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26" name="Isosceles Triangle 11">
              <a:extLst>
                <a:ext uri="{FF2B5EF4-FFF2-40B4-BE49-F238E27FC236}">
                  <a16:creationId xmlns:a16="http://schemas.microsoft.com/office/drawing/2014/main" id="{B5F4FFF0-F2DF-0D40-B24B-2FF23939F3A2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27" name="Isosceles Triangle 13">
              <a:extLst>
                <a:ext uri="{FF2B5EF4-FFF2-40B4-BE49-F238E27FC236}">
                  <a16:creationId xmlns:a16="http://schemas.microsoft.com/office/drawing/2014/main" id="{530F5551-653C-1848-A120-42F18ACD6CBC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CB15972-5449-F746-9B14-B3144B274E3A}"/>
              </a:ext>
            </a:extLst>
          </p:cNvPr>
          <p:cNvGrpSpPr/>
          <p:nvPr userDrawn="1"/>
        </p:nvGrpSpPr>
        <p:grpSpPr>
          <a:xfrm rot="10800000">
            <a:off x="8275017" y="4683398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52C5DC2-1A76-C949-80AF-3E370F595314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30" name="Isosceles Triangle 11">
              <a:extLst>
                <a:ext uri="{FF2B5EF4-FFF2-40B4-BE49-F238E27FC236}">
                  <a16:creationId xmlns:a16="http://schemas.microsoft.com/office/drawing/2014/main" id="{E0C7C5FF-258B-414A-85BE-24F62021D0C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31" name="Isosceles Triangle 13">
              <a:extLst>
                <a:ext uri="{FF2B5EF4-FFF2-40B4-BE49-F238E27FC236}">
                  <a16:creationId xmlns:a16="http://schemas.microsoft.com/office/drawing/2014/main" id="{EAD2ABBA-5E6A-3C48-81E1-2539D245B21C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44D427C-E726-3249-9BB8-3BC2A98CECF6}"/>
              </a:ext>
            </a:extLst>
          </p:cNvPr>
          <p:cNvGrpSpPr/>
          <p:nvPr userDrawn="1"/>
        </p:nvGrpSpPr>
        <p:grpSpPr>
          <a:xfrm rot="10800000">
            <a:off x="6840084" y="2079005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AFA6E876-0DD1-D64D-BE64-760E5D422819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34" name="Isosceles Triangle 11">
              <a:extLst>
                <a:ext uri="{FF2B5EF4-FFF2-40B4-BE49-F238E27FC236}">
                  <a16:creationId xmlns:a16="http://schemas.microsoft.com/office/drawing/2014/main" id="{4D675F10-0269-2A45-9F2E-D7FAB6D494BE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35" name="Isosceles Triangle 13">
              <a:extLst>
                <a:ext uri="{FF2B5EF4-FFF2-40B4-BE49-F238E27FC236}">
                  <a16:creationId xmlns:a16="http://schemas.microsoft.com/office/drawing/2014/main" id="{9F4F0936-3CF0-E34E-B76D-66D27249B35D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FBF258A3-9EA1-CF45-BA78-F17D735D5FEC}"/>
              </a:ext>
            </a:extLst>
          </p:cNvPr>
          <p:cNvGrpSpPr/>
          <p:nvPr userDrawn="1"/>
        </p:nvGrpSpPr>
        <p:grpSpPr>
          <a:xfrm rot="10800000">
            <a:off x="7558437" y="3370007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A4673F58-2BA8-5943-BA11-2E771ADF4BE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42" name="Isosceles Triangle 11">
              <a:extLst>
                <a:ext uri="{FF2B5EF4-FFF2-40B4-BE49-F238E27FC236}">
                  <a16:creationId xmlns:a16="http://schemas.microsoft.com/office/drawing/2014/main" id="{A75C7B12-1B96-8040-B30B-8A759157DD1B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43" name="Isosceles Triangle 13">
              <a:extLst>
                <a:ext uri="{FF2B5EF4-FFF2-40B4-BE49-F238E27FC236}">
                  <a16:creationId xmlns:a16="http://schemas.microsoft.com/office/drawing/2014/main" id="{20B9CD92-09C9-244D-8F55-F1B61478B46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C8E6C8FA-2FF6-0D4C-9199-56F67CB2D7BA}"/>
              </a:ext>
            </a:extLst>
          </p:cNvPr>
          <p:cNvGrpSpPr/>
          <p:nvPr userDrawn="1"/>
        </p:nvGrpSpPr>
        <p:grpSpPr>
          <a:xfrm>
            <a:off x="6082561" y="3365854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C4FAD237-6062-D047-A5A0-A8A4D3D8E157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46" name="Isosceles Triangle 11">
              <a:extLst>
                <a:ext uri="{FF2B5EF4-FFF2-40B4-BE49-F238E27FC236}">
                  <a16:creationId xmlns:a16="http://schemas.microsoft.com/office/drawing/2014/main" id="{3B846C2A-A81A-6341-82C5-1097AAEED84C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47" name="Isosceles Triangle 13">
              <a:extLst>
                <a:ext uri="{FF2B5EF4-FFF2-40B4-BE49-F238E27FC236}">
                  <a16:creationId xmlns:a16="http://schemas.microsoft.com/office/drawing/2014/main" id="{8F3F7D39-41A5-4C4F-BB51-37A94170FD6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54899C6-19AA-7041-8441-CFB484FA7CF6}"/>
              </a:ext>
            </a:extLst>
          </p:cNvPr>
          <p:cNvGrpSpPr/>
          <p:nvPr userDrawn="1"/>
        </p:nvGrpSpPr>
        <p:grpSpPr>
          <a:xfrm rot="10800000">
            <a:off x="5360383" y="-524005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50B0EC6C-224A-9149-ACA3-BB81AEF66452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58" name="Isosceles Triangle 11">
              <a:extLst>
                <a:ext uri="{FF2B5EF4-FFF2-40B4-BE49-F238E27FC236}">
                  <a16:creationId xmlns:a16="http://schemas.microsoft.com/office/drawing/2014/main" id="{C5BA4E7A-1D6F-2B4A-99A6-520AC993CBFD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59" name="Isosceles Triangle 13">
              <a:extLst>
                <a:ext uri="{FF2B5EF4-FFF2-40B4-BE49-F238E27FC236}">
                  <a16:creationId xmlns:a16="http://schemas.microsoft.com/office/drawing/2014/main" id="{64BDE39D-6099-F241-A244-17015038D3D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B2BC98D1-AAB8-7246-9455-07A05FCA2621}"/>
              </a:ext>
            </a:extLst>
          </p:cNvPr>
          <p:cNvGrpSpPr/>
          <p:nvPr userDrawn="1"/>
        </p:nvGrpSpPr>
        <p:grpSpPr>
          <a:xfrm rot="10800000">
            <a:off x="4602860" y="762844"/>
            <a:ext cx="1236179" cy="1445111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9A04A00F-60FB-9E4D-B6E9-33CAC5618EC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70" name="Isosceles Triangle 11">
              <a:extLst>
                <a:ext uri="{FF2B5EF4-FFF2-40B4-BE49-F238E27FC236}">
                  <a16:creationId xmlns:a16="http://schemas.microsoft.com/office/drawing/2014/main" id="{8883C641-F524-E144-85E4-7EBADDE4CC90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71" name="Isosceles Triangle 13">
              <a:extLst>
                <a:ext uri="{FF2B5EF4-FFF2-40B4-BE49-F238E27FC236}">
                  <a16:creationId xmlns:a16="http://schemas.microsoft.com/office/drawing/2014/main" id="{0A4E648B-68DA-EB4C-BA51-FBF1147D6803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B5220E27-A2EB-C845-A0A5-5BCB3941905B}"/>
              </a:ext>
            </a:extLst>
          </p:cNvPr>
          <p:cNvGrpSpPr/>
          <p:nvPr userDrawn="1"/>
        </p:nvGrpSpPr>
        <p:grpSpPr>
          <a:xfrm rot="10800000">
            <a:off x="6836259" y="-532431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5A249C38-814B-944A-96DC-E8A60CB4F0D6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82" name="Isosceles Triangle 11">
              <a:extLst>
                <a:ext uri="{FF2B5EF4-FFF2-40B4-BE49-F238E27FC236}">
                  <a16:creationId xmlns:a16="http://schemas.microsoft.com/office/drawing/2014/main" id="{604F199A-3580-DE4E-8D8D-4D522A536E41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83" name="Isosceles Triangle 13">
              <a:extLst>
                <a:ext uri="{FF2B5EF4-FFF2-40B4-BE49-F238E27FC236}">
                  <a16:creationId xmlns:a16="http://schemas.microsoft.com/office/drawing/2014/main" id="{7234A808-A78C-BA4D-9D18-A5F8257B8BA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A1D4FC05-78A0-3D44-8B37-70144A3B620D}"/>
              </a:ext>
            </a:extLst>
          </p:cNvPr>
          <p:cNvGrpSpPr/>
          <p:nvPr userDrawn="1"/>
        </p:nvGrpSpPr>
        <p:grpSpPr>
          <a:xfrm rot="10800000">
            <a:off x="5360383" y="4668304"/>
            <a:ext cx="1236179" cy="1445111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E839689D-9374-574A-AE4E-2A718CA63CAB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0" name="Isosceles Triangle 11">
              <a:extLst>
                <a:ext uri="{FF2B5EF4-FFF2-40B4-BE49-F238E27FC236}">
                  <a16:creationId xmlns:a16="http://schemas.microsoft.com/office/drawing/2014/main" id="{F419D43F-891B-AE43-9351-5E7264177E8E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1" name="Isosceles Triangle 13">
              <a:extLst>
                <a:ext uri="{FF2B5EF4-FFF2-40B4-BE49-F238E27FC236}">
                  <a16:creationId xmlns:a16="http://schemas.microsoft.com/office/drawing/2014/main" id="{3ED11D38-AA10-354B-95F7-D526350C6013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8FBA87B9-9406-C24F-B242-F8873DF386E5}"/>
              </a:ext>
            </a:extLst>
          </p:cNvPr>
          <p:cNvGrpSpPr/>
          <p:nvPr userDrawn="1"/>
        </p:nvGrpSpPr>
        <p:grpSpPr>
          <a:xfrm rot="10800000">
            <a:off x="7554612" y="5971193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D4A03DA5-3FD1-EF40-A238-0A0EFC395575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4" name="Isosceles Triangle 11">
              <a:extLst>
                <a:ext uri="{FF2B5EF4-FFF2-40B4-BE49-F238E27FC236}">
                  <a16:creationId xmlns:a16="http://schemas.microsoft.com/office/drawing/2014/main" id="{8D41A185-F4DA-FA4D-A61C-4F56CDE05CB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5" name="Isosceles Triangle 13">
              <a:extLst>
                <a:ext uri="{FF2B5EF4-FFF2-40B4-BE49-F238E27FC236}">
                  <a16:creationId xmlns:a16="http://schemas.microsoft.com/office/drawing/2014/main" id="{290481B3-FC08-904D-9AE6-39BD2CBF1167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B9025198-193B-244C-8AE8-4BDC39E9EF95}"/>
              </a:ext>
            </a:extLst>
          </p:cNvPr>
          <p:cNvGrpSpPr/>
          <p:nvPr userDrawn="1"/>
        </p:nvGrpSpPr>
        <p:grpSpPr>
          <a:xfrm rot="10800000">
            <a:off x="6078736" y="5967040"/>
            <a:ext cx="1236179" cy="1445111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3F7074B4-CE61-6E48-BDB0-9DB894DACED0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8" name="Isosceles Triangle 11">
              <a:extLst>
                <a:ext uri="{FF2B5EF4-FFF2-40B4-BE49-F238E27FC236}">
                  <a16:creationId xmlns:a16="http://schemas.microsoft.com/office/drawing/2014/main" id="{4BAC65A9-7BBD-5942-8940-7E9B5E0D7D1B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9" name="Isosceles Triangle 13">
              <a:extLst>
                <a:ext uri="{FF2B5EF4-FFF2-40B4-BE49-F238E27FC236}">
                  <a16:creationId xmlns:a16="http://schemas.microsoft.com/office/drawing/2014/main" id="{CA106B5D-8535-244E-BFDD-15747AF0ECD6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D15E88AA-B413-794C-B787-31672AEE19A5}"/>
              </a:ext>
            </a:extLst>
          </p:cNvPr>
          <p:cNvGrpSpPr/>
          <p:nvPr userDrawn="1"/>
        </p:nvGrpSpPr>
        <p:grpSpPr>
          <a:xfrm>
            <a:off x="4600156" y="5981695"/>
            <a:ext cx="1236179" cy="1445111"/>
            <a:chOff x="343167" y="1399356"/>
            <a:chExt cx="3282349" cy="3542242"/>
          </a:xfrm>
          <a:solidFill>
            <a:schemeClr val="bg2">
              <a:lumMod val="10000"/>
            </a:schemeClr>
          </a:solidFill>
          <a:effectLst/>
        </p:grpSpPr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54234A33-8A68-644D-92C6-9AE5B930198B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02" name="Isosceles Triangle 11">
              <a:extLst>
                <a:ext uri="{FF2B5EF4-FFF2-40B4-BE49-F238E27FC236}">
                  <a16:creationId xmlns:a16="http://schemas.microsoft.com/office/drawing/2014/main" id="{DE9FA6D3-585B-3E4B-8D54-4835AEDFC54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03" name="Isosceles Triangle 13">
              <a:extLst>
                <a:ext uri="{FF2B5EF4-FFF2-40B4-BE49-F238E27FC236}">
                  <a16:creationId xmlns:a16="http://schemas.microsoft.com/office/drawing/2014/main" id="{D78CFABF-A35E-7A48-8FD9-754085CB2824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80EDA246-079E-1E4C-9FB6-526CCBEF1C7F}"/>
              </a:ext>
            </a:extLst>
          </p:cNvPr>
          <p:cNvGrpSpPr/>
          <p:nvPr userDrawn="1"/>
        </p:nvGrpSpPr>
        <p:grpSpPr>
          <a:xfrm rot="10800000">
            <a:off x="5319990" y="2077181"/>
            <a:ext cx="1236179" cy="1445111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58805A2-229C-5F4E-8472-45474C05ECE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10" name="Isosceles Triangle 11">
              <a:extLst>
                <a:ext uri="{FF2B5EF4-FFF2-40B4-BE49-F238E27FC236}">
                  <a16:creationId xmlns:a16="http://schemas.microsoft.com/office/drawing/2014/main" id="{910C44B9-FA62-C741-A501-FB5C8AFAC1CD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11" name="Isosceles Triangle 13">
              <a:extLst>
                <a:ext uri="{FF2B5EF4-FFF2-40B4-BE49-F238E27FC236}">
                  <a16:creationId xmlns:a16="http://schemas.microsoft.com/office/drawing/2014/main" id="{2D813E52-325A-664D-986F-245FA3284E4F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312" name="Picture Placeholder 5">
            <a:extLst>
              <a:ext uri="{FF2B5EF4-FFF2-40B4-BE49-F238E27FC236}">
                <a16:creationId xmlns:a16="http://schemas.microsoft.com/office/drawing/2014/main" id="{4FC0AA21-F90B-EC47-B240-C905CEB0F591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4036" y="4674639"/>
            <a:ext cx="1234440" cy="1444752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pic>
      <p:pic>
        <p:nvPicPr>
          <p:cNvPr id="313" name="Picture Placeholder 5">
            <a:extLst>
              <a:ext uri="{FF2B5EF4-FFF2-40B4-BE49-F238E27FC236}">
                <a16:creationId xmlns:a16="http://schemas.microsoft.com/office/drawing/2014/main" id="{7603E02E-3DAD-8943-9EC4-48C1BB3D9EC9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8047" y="790320"/>
            <a:ext cx="1234440" cy="1444752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pic>
      <p:pic>
        <p:nvPicPr>
          <p:cNvPr id="314" name="Picture Placeholder 5">
            <a:extLst>
              <a:ext uri="{FF2B5EF4-FFF2-40B4-BE49-F238E27FC236}">
                <a16:creationId xmlns:a16="http://schemas.microsoft.com/office/drawing/2014/main" id="{40344AD4-0C1B-9A43-BDB3-AA865FF56CA7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2332" y="3380867"/>
            <a:ext cx="1234440" cy="1444752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pic>
      <p:pic>
        <p:nvPicPr>
          <p:cNvPr id="315" name="Picture Placeholder 5">
            <a:extLst>
              <a:ext uri="{FF2B5EF4-FFF2-40B4-BE49-F238E27FC236}">
                <a16:creationId xmlns:a16="http://schemas.microsoft.com/office/drawing/2014/main" id="{54CCB30A-192F-1A4C-B1A2-4D23CF7EE070}"/>
              </a:ext>
            </a:extLst>
          </p:cNvPr>
          <p:cNvPicPr>
            <a:picLocks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181" y="796309"/>
            <a:ext cx="1234440" cy="1444752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02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7AE377-97AD-9340-9398-2FFE73C950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842" y="3659188"/>
            <a:ext cx="4106696" cy="6050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Presentation Name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DF7D242-6608-C04D-882C-C565612971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1574" y="4394844"/>
            <a:ext cx="4106696" cy="6050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Presenter, Date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62BB63B-F726-A641-A3CD-034A7FAA9061}"/>
              </a:ext>
            </a:extLst>
          </p:cNvPr>
          <p:cNvGrpSpPr/>
          <p:nvPr userDrawn="1"/>
        </p:nvGrpSpPr>
        <p:grpSpPr>
          <a:xfrm rot="10800000">
            <a:off x="11229473" y="-502425"/>
            <a:ext cx="1236179" cy="1445111"/>
            <a:chOff x="343167" y="1399356"/>
            <a:chExt cx="3282349" cy="3542242"/>
          </a:xfrm>
          <a:solidFill>
            <a:schemeClr val="accent3">
              <a:lumMod val="20000"/>
              <a:lumOff val="80000"/>
            </a:schemeClr>
          </a:solidFill>
          <a:effectLst/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AC76EC58-6CCF-8E4A-BB1D-5119FE603720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3" name="Isosceles Triangle 11">
              <a:extLst>
                <a:ext uri="{FF2B5EF4-FFF2-40B4-BE49-F238E27FC236}">
                  <a16:creationId xmlns:a16="http://schemas.microsoft.com/office/drawing/2014/main" id="{AF92D8B7-CDC7-354B-86F9-B3F5F33E0582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4" name="Isosceles Triangle 13">
              <a:extLst>
                <a:ext uri="{FF2B5EF4-FFF2-40B4-BE49-F238E27FC236}">
                  <a16:creationId xmlns:a16="http://schemas.microsoft.com/office/drawing/2014/main" id="{3A4C5E2A-BA92-B043-BB27-8702E9372C65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24FF7CB-4085-174A-98C4-18CBD6CF5C0E}"/>
              </a:ext>
            </a:extLst>
          </p:cNvPr>
          <p:cNvGrpSpPr/>
          <p:nvPr userDrawn="1"/>
        </p:nvGrpSpPr>
        <p:grpSpPr>
          <a:xfrm rot="10800000">
            <a:off x="9745578" y="-503810"/>
            <a:ext cx="1236179" cy="1445111"/>
            <a:chOff x="343167" y="1399356"/>
            <a:chExt cx="3282349" cy="3542242"/>
          </a:xfrm>
          <a:solidFill>
            <a:schemeClr val="accent3">
              <a:lumMod val="20000"/>
              <a:lumOff val="80000"/>
            </a:schemeClr>
          </a:solidFill>
          <a:effectLst/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50C6D6C-ACE7-8640-831B-82C95782884D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4" name="Isosceles Triangle 11">
              <a:extLst>
                <a:ext uri="{FF2B5EF4-FFF2-40B4-BE49-F238E27FC236}">
                  <a16:creationId xmlns:a16="http://schemas.microsoft.com/office/drawing/2014/main" id="{5684CED0-2C24-FB4F-AD2C-0A58F034FE21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5" name="Isosceles Triangle 13">
              <a:extLst>
                <a:ext uri="{FF2B5EF4-FFF2-40B4-BE49-F238E27FC236}">
                  <a16:creationId xmlns:a16="http://schemas.microsoft.com/office/drawing/2014/main" id="{21D83F39-9CDC-E948-AAC4-47992B7FD8B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FA08623-587F-FE49-AF8E-2E095DECC54A}"/>
              </a:ext>
            </a:extLst>
          </p:cNvPr>
          <p:cNvGrpSpPr/>
          <p:nvPr userDrawn="1"/>
        </p:nvGrpSpPr>
        <p:grpSpPr>
          <a:xfrm rot="10800000">
            <a:off x="11946053" y="797694"/>
            <a:ext cx="1236179" cy="1445111"/>
            <a:chOff x="343167" y="1399356"/>
            <a:chExt cx="3282349" cy="3542242"/>
          </a:xfrm>
          <a:solidFill>
            <a:schemeClr val="bg2">
              <a:lumMod val="85000"/>
            </a:schemeClr>
          </a:solidFill>
          <a:effectLst/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B04ECF5-6077-6B4E-86BC-C25C0B60B047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9" name="Isosceles Triangle 11">
              <a:extLst>
                <a:ext uri="{FF2B5EF4-FFF2-40B4-BE49-F238E27FC236}">
                  <a16:creationId xmlns:a16="http://schemas.microsoft.com/office/drawing/2014/main" id="{39D9349B-8B23-544F-974C-A845A9A6044C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0" name="Isosceles Triangle 13">
              <a:extLst>
                <a:ext uri="{FF2B5EF4-FFF2-40B4-BE49-F238E27FC236}">
                  <a16:creationId xmlns:a16="http://schemas.microsoft.com/office/drawing/2014/main" id="{EBDC4249-F9AD-064C-811F-2FCB030E76F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D5CB1C6-E8B8-6342-84C9-F84BCCAC6BDB}"/>
              </a:ext>
            </a:extLst>
          </p:cNvPr>
          <p:cNvGrpSpPr/>
          <p:nvPr userDrawn="1"/>
        </p:nvGrpSpPr>
        <p:grpSpPr>
          <a:xfrm rot="10800000">
            <a:off x="9035244" y="787192"/>
            <a:ext cx="1236179" cy="1445111"/>
            <a:chOff x="343167" y="1399356"/>
            <a:chExt cx="3282349" cy="3542242"/>
          </a:xfrm>
          <a:solidFill>
            <a:schemeClr val="bg2">
              <a:lumMod val="85000"/>
            </a:schemeClr>
          </a:solidFill>
          <a:effectLst/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4841D93-1108-1D4F-A2D2-45492A71B8D6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3" name="Isosceles Triangle 11">
              <a:extLst>
                <a:ext uri="{FF2B5EF4-FFF2-40B4-BE49-F238E27FC236}">
                  <a16:creationId xmlns:a16="http://schemas.microsoft.com/office/drawing/2014/main" id="{3EA82813-D37C-3F41-A04A-145B5471CF48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4" name="Isosceles Triangle 13">
              <a:extLst>
                <a:ext uri="{FF2B5EF4-FFF2-40B4-BE49-F238E27FC236}">
                  <a16:creationId xmlns:a16="http://schemas.microsoft.com/office/drawing/2014/main" id="{8E2524E5-C8DE-4C47-9237-6ED6F512F31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10EC3F7-6B94-0A46-828D-4DDEA30D3082}"/>
              </a:ext>
            </a:extLst>
          </p:cNvPr>
          <p:cNvGrpSpPr/>
          <p:nvPr userDrawn="1"/>
        </p:nvGrpSpPr>
        <p:grpSpPr>
          <a:xfrm rot="10800000">
            <a:off x="8261683" y="-503810"/>
            <a:ext cx="1236179" cy="1445111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683CFC8F-17A7-AC45-BE8A-D740BBB4AF3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7" name="Isosceles Triangle 11">
              <a:extLst>
                <a:ext uri="{FF2B5EF4-FFF2-40B4-BE49-F238E27FC236}">
                  <a16:creationId xmlns:a16="http://schemas.microsoft.com/office/drawing/2014/main" id="{1D59B3E9-95A1-1A48-B8CA-16EE3828B0DA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8" name="Isosceles Triangle 13">
              <a:extLst>
                <a:ext uri="{FF2B5EF4-FFF2-40B4-BE49-F238E27FC236}">
                  <a16:creationId xmlns:a16="http://schemas.microsoft.com/office/drawing/2014/main" id="{7B087C64-DE2C-DE4F-887D-14D31BB7DB00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1DC21E3-B54F-6B4C-806D-24FAC258C3CC}"/>
              </a:ext>
            </a:extLst>
          </p:cNvPr>
          <p:cNvGrpSpPr/>
          <p:nvPr userDrawn="1"/>
        </p:nvGrpSpPr>
        <p:grpSpPr>
          <a:xfrm rot="10800000">
            <a:off x="11229473" y="2090081"/>
            <a:ext cx="1236179" cy="1445111"/>
            <a:chOff x="343167" y="1399356"/>
            <a:chExt cx="3282349" cy="3542242"/>
          </a:xfrm>
          <a:solidFill>
            <a:schemeClr val="accent3">
              <a:lumMod val="20000"/>
              <a:lumOff val="80000"/>
            </a:schemeClr>
          </a:solidFill>
          <a:effectLst/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66C3EEB-B9AB-B442-90D0-407202A9C893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1" name="Isosceles Triangle 11">
              <a:extLst>
                <a:ext uri="{FF2B5EF4-FFF2-40B4-BE49-F238E27FC236}">
                  <a16:creationId xmlns:a16="http://schemas.microsoft.com/office/drawing/2014/main" id="{100A748E-53FF-0042-B556-B2BD614E38C8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2" name="Isosceles Triangle 13">
              <a:extLst>
                <a:ext uri="{FF2B5EF4-FFF2-40B4-BE49-F238E27FC236}">
                  <a16:creationId xmlns:a16="http://schemas.microsoft.com/office/drawing/2014/main" id="{C716C29C-CD1F-0845-A7C8-B1878488174C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2C285FB-3EBB-DE44-A41D-FDAB2D5F6200}"/>
              </a:ext>
            </a:extLst>
          </p:cNvPr>
          <p:cNvGrpSpPr/>
          <p:nvPr userDrawn="1"/>
        </p:nvGrpSpPr>
        <p:grpSpPr>
          <a:xfrm rot="10800000">
            <a:off x="9753597" y="2085928"/>
            <a:ext cx="1236179" cy="1445111"/>
            <a:chOff x="343167" y="1399356"/>
            <a:chExt cx="3282349" cy="3542242"/>
          </a:xfrm>
          <a:solidFill>
            <a:schemeClr val="bg2">
              <a:lumMod val="85000"/>
            </a:schemeClr>
          </a:solidFill>
          <a:effectLst/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E116B99-46F8-6D4C-9A4E-4748E52F5D2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5" name="Isosceles Triangle 11">
              <a:extLst>
                <a:ext uri="{FF2B5EF4-FFF2-40B4-BE49-F238E27FC236}">
                  <a16:creationId xmlns:a16="http://schemas.microsoft.com/office/drawing/2014/main" id="{B03603B5-FC87-0443-81BA-9D4F16EC667A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6" name="Isosceles Triangle 13">
              <a:extLst>
                <a:ext uri="{FF2B5EF4-FFF2-40B4-BE49-F238E27FC236}">
                  <a16:creationId xmlns:a16="http://schemas.microsoft.com/office/drawing/2014/main" id="{8474420E-C2B2-2D46-A4EB-CCE09E5254DF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FDF8004-E057-0B40-B428-337AFF40D77E}"/>
              </a:ext>
            </a:extLst>
          </p:cNvPr>
          <p:cNvGrpSpPr/>
          <p:nvPr userDrawn="1"/>
        </p:nvGrpSpPr>
        <p:grpSpPr>
          <a:xfrm rot="10800000">
            <a:off x="8275017" y="2100583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4EF24B0-FDF9-0D4A-A334-5BD4F5EB697C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9" name="Isosceles Triangle 11">
              <a:extLst>
                <a:ext uri="{FF2B5EF4-FFF2-40B4-BE49-F238E27FC236}">
                  <a16:creationId xmlns:a16="http://schemas.microsoft.com/office/drawing/2014/main" id="{169C1315-ADF6-8844-B35D-3B216C13EECF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0" name="Isosceles Triangle 13">
              <a:extLst>
                <a:ext uri="{FF2B5EF4-FFF2-40B4-BE49-F238E27FC236}">
                  <a16:creationId xmlns:a16="http://schemas.microsoft.com/office/drawing/2014/main" id="{59B2885C-4A6A-FE41-BAA2-0CC3662837B1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81AB41C-BBCA-F54B-8487-6D7C0A8B0588}"/>
              </a:ext>
            </a:extLst>
          </p:cNvPr>
          <p:cNvGrpSpPr/>
          <p:nvPr userDrawn="1"/>
        </p:nvGrpSpPr>
        <p:grpSpPr>
          <a:xfrm rot="10800000">
            <a:off x="7512548" y="796309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FF7CDA8-0A13-B043-960E-EC6FCB1AED11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7" name="Isosceles Triangle 11">
              <a:extLst>
                <a:ext uri="{FF2B5EF4-FFF2-40B4-BE49-F238E27FC236}">
                  <a16:creationId xmlns:a16="http://schemas.microsoft.com/office/drawing/2014/main" id="{7E5354A5-68E5-A549-A547-A19F93927BA6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8" name="Isosceles Triangle 13">
              <a:extLst>
                <a:ext uri="{FF2B5EF4-FFF2-40B4-BE49-F238E27FC236}">
                  <a16:creationId xmlns:a16="http://schemas.microsoft.com/office/drawing/2014/main" id="{FD4C282D-C441-E242-B58D-EB6CEBB4E227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65EF378-9C33-4C4D-A03D-931AE4F2B039}"/>
              </a:ext>
            </a:extLst>
          </p:cNvPr>
          <p:cNvGrpSpPr/>
          <p:nvPr userDrawn="1"/>
        </p:nvGrpSpPr>
        <p:grpSpPr>
          <a:xfrm rot="10800000">
            <a:off x="11991942" y="3384664"/>
            <a:ext cx="1236179" cy="1445111"/>
            <a:chOff x="343167" y="1399356"/>
            <a:chExt cx="3282349" cy="3542242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F7B7D6D3-BEF0-524D-A61A-AB1960CD2D81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1" name="Isosceles Triangle 11">
              <a:extLst>
                <a:ext uri="{FF2B5EF4-FFF2-40B4-BE49-F238E27FC236}">
                  <a16:creationId xmlns:a16="http://schemas.microsoft.com/office/drawing/2014/main" id="{994E3BA6-B402-7C48-B983-04FC861EC15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2" name="Isosceles Triangle 13">
              <a:extLst>
                <a:ext uri="{FF2B5EF4-FFF2-40B4-BE49-F238E27FC236}">
                  <a16:creationId xmlns:a16="http://schemas.microsoft.com/office/drawing/2014/main" id="{930143BF-A00D-D54D-8A79-5A6EA606DCE5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4F94712-1BBA-2343-9252-70072C94A4CF}"/>
              </a:ext>
            </a:extLst>
          </p:cNvPr>
          <p:cNvGrpSpPr/>
          <p:nvPr userDrawn="1"/>
        </p:nvGrpSpPr>
        <p:grpSpPr>
          <a:xfrm rot="10800000">
            <a:off x="10508047" y="3383279"/>
            <a:ext cx="1236179" cy="1445111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5A3E63E-B2CD-9242-844E-AB0EA4ADF6D9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5" name="Isosceles Triangle 11">
              <a:extLst>
                <a:ext uri="{FF2B5EF4-FFF2-40B4-BE49-F238E27FC236}">
                  <a16:creationId xmlns:a16="http://schemas.microsoft.com/office/drawing/2014/main" id="{8E14A553-2283-264C-AB62-8CFF39BBB6F1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6" name="Isosceles Triangle 13">
              <a:extLst>
                <a:ext uri="{FF2B5EF4-FFF2-40B4-BE49-F238E27FC236}">
                  <a16:creationId xmlns:a16="http://schemas.microsoft.com/office/drawing/2014/main" id="{28AE36F2-E1D9-3048-93A7-24CFD1DC53BB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EB64F73-9FF4-8744-B39D-54D5407C3D22}"/>
              </a:ext>
            </a:extLst>
          </p:cNvPr>
          <p:cNvGrpSpPr/>
          <p:nvPr userDrawn="1"/>
        </p:nvGrpSpPr>
        <p:grpSpPr>
          <a:xfrm rot="10800000">
            <a:off x="11273589" y="4686168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2078A434-406C-A24A-B0F5-CE175F5CD750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9" name="Isosceles Triangle 11">
              <a:extLst>
                <a:ext uri="{FF2B5EF4-FFF2-40B4-BE49-F238E27FC236}">
                  <a16:creationId xmlns:a16="http://schemas.microsoft.com/office/drawing/2014/main" id="{BD46EEB6-00F5-3F44-9DF2-320ABC3DC4B7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70" name="Isosceles Triangle 13">
              <a:extLst>
                <a:ext uri="{FF2B5EF4-FFF2-40B4-BE49-F238E27FC236}">
                  <a16:creationId xmlns:a16="http://schemas.microsoft.com/office/drawing/2014/main" id="{69D8ABE7-2CA5-5B41-A9C2-ABC1D18E3198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916B2B09-5DE3-5C41-A9C1-379A91F0CDB9}"/>
              </a:ext>
            </a:extLst>
          </p:cNvPr>
          <p:cNvGrpSpPr/>
          <p:nvPr userDrawn="1"/>
        </p:nvGrpSpPr>
        <p:grpSpPr>
          <a:xfrm rot="10800000">
            <a:off x="9797713" y="4674281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2BB75A34-4574-8C41-AA15-45F1F151A65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0" name="Isosceles Triangle 11">
              <a:extLst>
                <a:ext uri="{FF2B5EF4-FFF2-40B4-BE49-F238E27FC236}">
                  <a16:creationId xmlns:a16="http://schemas.microsoft.com/office/drawing/2014/main" id="{BABC5483-7241-4746-BFFC-8D8337A104A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1" name="Isosceles Triangle 13">
              <a:extLst>
                <a:ext uri="{FF2B5EF4-FFF2-40B4-BE49-F238E27FC236}">
                  <a16:creationId xmlns:a16="http://schemas.microsoft.com/office/drawing/2014/main" id="{875A6EDE-BDC6-8140-A820-DFB21E2E018C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CABD562-F2AF-F444-8F2C-FED5A53586CC}"/>
              </a:ext>
            </a:extLst>
          </p:cNvPr>
          <p:cNvGrpSpPr/>
          <p:nvPr userDrawn="1"/>
        </p:nvGrpSpPr>
        <p:grpSpPr>
          <a:xfrm rot="10800000">
            <a:off x="11991942" y="5977170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B31C8491-26CB-954B-B85C-6CC4ED35A88C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8" name="Isosceles Triangle 11">
              <a:extLst>
                <a:ext uri="{FF2B5EF4-FFF2-40B4-BE49-F238E27FC236}">
                  <a16:creationId xmlns:a16="http://schemas.microsoft.com/office/drawing/2014/main" id="{2840C645-E791-A24C-8A1F-B98DA64177D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9" name="Isosceles Triangle 13">
              <a:extLst>
                <a:ext uri="{FF2B5EF4-FFF2-40B4-BE49-F238E27FC236}">
                  <a16:creationId xmlns:a16="http://schemas.microsoft.com/office/drawing/2014/main" id="{36CB497E-7927-C74E-ACDF-782D2A73FC8B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6987E9E-2CD4-1645-A655-AA1269F0E10F}"/>
              </a:ext>
            </a:extLst>
          </p:cNvPr>
          <p:cNvGrpSpPr/>
          <p:nvPr userDrawn="1"/>
        </p:nvGrpSpPr>
        <p:grpSpPr>
          <a:xfrm rot="10800000">
            <a:off x="10516066" y="5973017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75F9F7AC-A3CD-694E-A102-CB432E2DDF97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22" name="Isosceles Triangle 11">
              <a:extLst>
                <a:ext uri="{FF2B5EF4-FFF2-40B4-BE49-F238E27FC236}">
                  <a16:creationId xmlns:a16="http://schemas.microsoft.com/office/drawing/2014/main" id="{322238A9-B017-3C43-AB96-3E84C173B11A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23" name="Isosceles Triangle 13">
              <a:extLst>
                <a:ext uri="{FF2B5EF4-FFF2-40B4-BE49-F238E27FC236}">
                  <a16:creationId xmlns:a16="http://schemas.microsoft.com/office/drawing/2014/main" id="{52C71B3D-687B-1741-ACE6-8EC53611B0DD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41D69C61-C135-9F4E-9F50-4980A1E7E291}"/>
              </a:ext>
            </a:extLst>
          </p:cNvPr>
          <p:cNvGrpSpPr/>
          <p:nvPr userDrawn="1"/>
        </p:nvGrpSpPr>
        <p:grpSpPr>
          <a:xfrm rot="10800000">
            <a:off x="9037486" y="5987672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A7257F93-ECFB-674C-8E8D-CF0ED99AECA3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26" name="Isosceles Triangle 11">
              <a:extLst>
                <a:ext uri="{FF2B5EF4-FFF2-40B4-BE49-F238E27FC236}">
                  <a16:creationId xmlns:a16="http://schemas.microsoft.com/office/drawing/2014/main" id="{B5F4FFF0-F2DF-0D40-B24B-2FF23939F3A2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27" name="Isosceles Triangle 13">
              <a:extLst>
                <a:ext uri="{FF2B5EF4-FFF2-40B4-BE49-F238E27FC236}">
                  <a16:creationId xmlns:a16="http://schemas.microsoft.com/office/drawing/2014/main" id="{530F5551-653C-1848-A120-42F18ACD6CBC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CB15972-5449-F746-9B14-B3144B274E3A}"/>
              </a:ext>
            </a:extLst>
          </p:cNvPr>
          <p:cNvGrpSpPr/>
          <p:nvPr userDrawn="1"/>
        </p:nvGrpSpPr>
        <p:grpSpPr>
          <a:xfrm rot="10800000">
            <a:off x="8275017" y="4683398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52C5DC2-1A76-C949-80AF-3E370F595314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30" name="Isosceles Triangle 11">
              <a:extLst>
                <a:ext uri="{FF2B5EF4-FFF2-40B4-BE49-F238E27FC236}">
                  <a16:creationId xmlns:a16="http://schemas.microsoft.com/office/drawing/2014/main" id="{E0C7C5FF-258B-414A-85BE-24F62021D0C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31" name="Isosceles Triangle 13">
              <a:extLst>
                <a:ext uri="{FF2B5EF4-FFF2-40B4-BE49-F238E27FC236}">
                  <a16:creationId xmlns:a16="http://schemas.microsoft.com/office/drawing/2014/main" id="{EAD2ABBA-5E6A-3C48-81E1-2539D245B21C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44D427C-E726-3249-9BB8-3BC2A98CECF6}"/>
              </a:ext>
            </a:extLst>
          </p:cNvPr>
          <p:cNvGrpSpPr/>
          <p:nvPr userDrawn="1"/>
        </p:nvGrpSpPr>
        <p:grpSpPr>
          <a:xfrm rot="10800000">
            <a:off x="6840084" y="2079005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AFA6E876-0DD1-D64D-BE64-760E5D422819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34" name="Isosceles Triangle 11">
              <a:extLst>
                <a:ext uri="{FF2B5EF4-FFF2-40B4-BE49-F238E27FC236}">
                  <a16:creationId xmlns:a16="http://schemas.microsoft.com/office/drawing/2014/main" id="{4D675F10-0269-2A45-9F2E-D7FAB6D494BE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35" name="Isosceles Triangle 13">
              <a:extLst>
                <a:ext uri="{FF2B5EF4-FFF2-40B4-BE49-F238E27FC236}">
                  <a16:creationId xmlns:a16="http://schemas.microsoft.com/office/drawing/2014/main" id="{9F4F0936-3CF0-E34E-B76D-66D27249B35D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FBF258A3-9EA1-CF45-BA78-F17D735D5FEC}"/>
              </a:ext>
            </a:extLst>
          </p:cNvPr>
          <p:cNvGrpSpPr/>
          <p:nvPr userDrawn="1"/>
        </p:nvGrpSpPr>
        <p:grpSpPr>
          <a:xfrm rot="10800000">
            <a:off x="7558437" y="3370007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A4673F58-2BA8-5943-BA11-2E771ADF4BE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42" name="Isosceles Triangle 11">
              <a:extLst>
                <a:ext uri="{FF2B5EF4-FFF2-40B4-BE49-F238E27FC236}">
                  <a16:creationId xmlns:a16="http://schemas.microsoft.com/office/drawing/2014/main" id="{A75C7B12-1B96-8040-B30B-8A759157DD1B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43" name="Isosceles Triangle 13">
              <a:extLst>
                <a:ext uri="{FF2B5EF4-FFF2-40B4-BE49-F238E27FC236}">
                  <a16:creationId xmlns:a16="http://schemas.microsoft.com/office/drawing/2014/main" id="{20B9CD92-09C9-244D-8F55-F1B61478B46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C8E6C8FA-2FF6-0D4C-9199-56F67CB2D7BA}"/>
              </a:ext>
            </a:extLst>
          </p:cNvPr>
          <p:cNvGrpSpPr/>
          <p:nvPr userDrawn="1"/>
        </p:nvGrpSpPr>
        <p:grpSpPr>
          <a:xfrm>
            <a:off x="6082561" y="3365854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C4FAD237-6062-D047-A5A0-A8A4D3D8E157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46" name="Isosceles Triangle 11">
              <a:extLst>
                <a:ext uri="{FF2B5EF4-FFF2-40B4-BE49-F238E27FC236}">
                  <a16:creationId xmlns:a16="http://schemas.microsoft.com/office/drawing/2014/main" id="{3B846C2A-A81A-6341-82C5-1097AAEED84C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47" name="Isosceles Triangle 13">
              <a:extLst>
                <a:ext uri="{FF2B5EF4-FFF2-40B4-BE49-F238E27FC236}">
                  <a16:creationId xmlns:a16="http://schemas.microsoft.com/office/drawing/2014/main" id="{8F3F7D39-41A5-4C4F-BB51-37A94170FD6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54899C6-19AA-7041-8441-CFB484FA7CF6}"/>
              </a:ext>
            </a:extLst>
          </p:cNvPr>
          <p:cNvGrpSpPr/>
          <p:nvPr userDrawn="1"/>
        </p:nvGrpSpPr>
        <p:grpSpPr>
          <a:xfrm rot="10800000">
            <a:off x="5360383" y="-524005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50B0EC6C-224A-9149-ACA3-BB81AEF66452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58" name="Isosceles Triangle 11">
              <a:extLst>
                <a:ext uri="{FF2B5EF4-FFF2-40B4-BE49-F238E27FC236}">
                  <a16:creationId xmlns:a16="http://schemas.microsoft.com/office/drawing/2014/main" id="{C5BA4E7A-1D6F-2B4A-99A6-520AC993CBFD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59" name="Isosceles Triangle 13">
              <a:extLst>
                <a:ext uri="{FF2B5EF4-FFF2-40B4-BE49-F238E27FC236}">
                  <a16:creationId xmlns:a16="http://schemas.microsoft.com/office/drawing/2014/main" id="{64BDE39D-6099-F241-A244-17015038D3D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B2BC98D1-AAB8-7246-9455-07A05FCA2621}"/>
              </a:ext>
            </a:extLst>
          </p:cNvPr>
          <p:cNvGrpSpPr/>
          <p:nvPr userDrawn="1"/>
        </p:nvGrpSpPr>
        <p:grpSpPr>
          <a:xfrm rot="10800000">
            <a:off x="4602860" y="762844"/>
            <a:ext cx="1236179" cy="1445111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9A04A00F-60FB-9E4D-B6E9-33CAC5618EC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70" name="Isosceles Triangle 11">
              <a:extLst>
                <a:ext uri="{FF2B5EF4-FFF2-40B4-BE49-F238E27FC236}">
                  <a16:creationId xmlns:a16="http://schemas.microsoft.com/office/drawing/2014/main" id="{8883C641-F524-E144-85E4-7EBADDE4CC90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71" name="Isosceles Triangle 13">
              <a:extLst>
                <a:ext uri="{FF2B5EF4-FFF2-40B4-BE49-F238E27FC236}">
                  <a16:creationId xmlns:a16="http://schemas.microsoft.com/office/drawing/2014/main" id="{0A4E648B-68DA-EB4C-BA51-FBF1147D6803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B5220E27-A2EB-C845-A0A5-5BCB3941905B}"/>
              </a:ext>
            </a:extLst>
          </p:cNvPr>
          <p:cNvGrpSpPr/>
          <p:nvPr userDrawn="1"/>
        </p:nvGrpSpPr>
        <p:grpSpPr>
          <a:xfrm rot="10800000">
            <a:off x="6836259" y="-532431"/>
            <a:ext cx="1236179" cy="1445111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5A249C38-814B-944A-96DC-E8A60CB4F0D6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82" name="Isosceles Triangle 11">
              <a:extLst>
                <a:ext uri="{FF2B5EF4-FFF2-40B4-BE49-F238E27FC236}">
                  <a16:creationId xmlns:a16="http://schemas.microsoft.com/office/drawing/2014/main" id="{604F199A-3580-DE4E-8D8D-4D522A536E41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83" name="Isosceles Triangle 13">
              <a:extLst>
                <a:ext uri="{FF2B5EF4-FFF2-40B4-BE49-F238E27FC236}">
                  <a16:creationId xmlns:a16="http://schemas.microsoft.com/office/drawing/2014/main" id="{7234A808-A78C-BA4D-9D18-A5F8257B8BA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A1D4FC05-78A0-3D44-8B37-70144A3B620D}"/>
              </a:ext>
            </a:extLst>
          </p:cNvPr>
          <p:cNvGrpSpPr/>
          <p:nvPr userDrawn="1"/>
        </p:nvGrpSpPr>
        <p:grpSpPr>
          <a:xfrm rot="10800000">
            <a:off x="5360383" y="4668304"/>
            <a:ext cx="1236179" cy="1445111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E839689D-9374-574A-AE4E-2A718CA63CAB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0" name="Isosceles Triangle 11">
              <a:extLst>
                <a:ext uri="{FF2B5EF4-FFF2-40B4-BE49-F238E27FC236}">
                  <a16:creationId xmlns:a16="http://schemas.microsoft.com/office/drawing/2014/main" id="{F419D43F-891B-AE43-9351-5E7264177E8E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1" name="Isosceles Triangle 13">
              <a:extLst>
                <a:ext uri="{FF2B5EF4-FFF2-40B4-BE49-F238E27FC236}">
                  <a16:creationId xmlns:a16="http://schemas.microsoft.com/office/drawing/2014/main" id="{3ED11D38-AA10-354B-95F7-D526350C6013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8FBA87B9-9406-C24F-B242-F8873DF386E5}"/>
              </a:ext>
            </a:extLst>
          </p:cNvPr>
          <p:cNvGrpSpPr/>
          <p:nvPr userDrawn="1"/>
        </p:nvGrpSpPr>
        <p:grpSpPr>
          <a:xfrm rot="10800000">
            <a:off x="7554612" y="5971193"/>
            <a:ext cx="1236179" cy="1445111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D4A03DA5-3FD1-EF40-A238-0A0EFC395575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4" name="Isosceles Triangle 11">
              <a:extLst>
                <a:ext uri="{FF2B5EF4-FFF2-40B4-BE49-F238E27FC236}">
                  <a16:creationId xmlns:a16="http://schemas.microsoft.com/office/drawing/2014/main" id="{8D41A185-F4DA-FA4D-A61C-4F56CDE05CB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5" name="Isosceles Triangle 13">
              <a:extLst>
                <a:ext uri="{FF2B5EF4-FFF2-40B4-BE49-F238E27FC236}">
                  <a16:creationId xmlns:a16="http://schemas.microsoft.com/office/drawing/2014/main" id="{290481B3-FC08-904D-9AE6-39BD2CBF1167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B9025198-193B-244C-8AE8-4BDC39E9EF95}"/>
              </a:ext>
            </a:extLst>
          </p:cNvPr>
          <p:cNvGrpSpPr/>
          <p:nvPr userDrawn="1"/>
        </p:nvGrpSpPr>
        <p:grpSpPr>
          <a:xfrm rot="10800000">
            <a:off x="6078736" y="5967040"/>
            <a:ext cx="1236179" cy="1445111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3F7074B4-CE61-6E48-BDB0-9DB894DACED0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8" name="Isosceles Triangle 11">
              <a:extLst>
                <a:ext uri="{FF2B5EF4-FFF2-40B4-BE49-F238E27FC236}">
                  <a16:creationId xmlns:a16="http://schemas.microsoft.com/office/drawing/2014/main" id="{4BAC65A9-7BBD-5942-8940-7E9B5E0D7D1B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99" name="Isosceles Triangle 13">
              <a:extLst>
                <a:ext uri="{FF2B5EF4-FFF2-40B4-BE49-F238E27FC236}">
                  <a16:creationId xmlns:a16="http://schemas.microsoft.com/office/drawing/2014/main" id="{CA106B5D-8535-244E-BFDD-15747AF0ECD6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D15E88AA-B413-794C-B787-31672AEE19A5}"/>
              </a:ext>
            </a:extLst>
          </p:cNvPr>
          <p:cNvGrpSpPr/>
          <p:nvPr userDrawn="1"/>
        </p:nvGrpSpPr>
        <p:grpSpPr>
          <a:xfrm>
            <a:off x="4600156" y="5981695"/>
            <a:ext cx="1236179" cy="1445111"/>
            <a:chOff x="343167" y="1399356"/>
            <a:chExt cx="3282349" cy="3542242"/>
          </a:xfrm>
          <a:solidFill>
            <a:schemeClr val="bg2">
              <a:lumMod val="10000"/>
            </a:schemeClr>
          </a:solidFill>
          <a:effectLst/>
        </p:grpSpPr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54234A33-8A68-644D-92C6-9AE5B930198B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02" name="Isosceles Triangle 11">
              <a:extLst>
                <a:ext uri="{FF2B5EF4-FFF2-40B4-BE49-F238E27FC236}">
                  <a16:creationId xmlns:a16="http://schemas.microsoft.com/office/drawing/2014/main" id="{DE9FA6D3-585B-3E4B-8D54-4835AEDFC54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03" name="Isosceles Triangle 13">
              <a:extLst>
                <a:ext uri="{FF2B5EF4-FFF2-40B4-BE49-F238E27FC236}">
                  <a16:creationId xmlns:a16="http://schemas.microsoft.com/office/drawing/2014/main" id="{D78CFABF-A35E-7A48-8FD9-754085CB2824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80EDA246-079E-1E4C-9FB6-526CCBEF1C7F}"/>
              </a:ext>
            </a:extLst>
          </p:cNvPr>
          <p:cNvGrpSpPr/>
          <p:nvPr userDrawn="1"/>
        </p:nvGrpSpPr>
        <p:grpSpPr>
          <a:xfrm rot="10800000">
            <a:off x="5319990" y="2077181"/>
            <a:ext cx="1236179" cy="1445111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58805A2-229C-5F4E-8472-45474C05ECE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10" name="Isosceles Triangle 11">
              <a:extLst>
                <a:ext uri="{FF2B5EF4-FFF2-40B4-BE49-F238E27FC236}">
                  <a16:creationId xmlns:a16="http://schemas.microsoft.com/office/drawing/2014/main" id="{910C44B9-FA62-C741-A501-FB5C8AFAC1CD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11" name="Isosceles Triangle 13">
              <a:extLst>
                <a:ext uri="{FF2B5EF4-FFF2-40B4-BE49-F238E27FC236}">
                  <a16:creationId xmlns:a16="http://schemas.microsoft.com/office/drawing/2014/main" id="{2D813E52-325A-664D-986F-245FA3284E4F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312" name="Picture Placeholder 5">
            <a:extLst>
              <a:ext uri="{FF2B5EF4-FFF2-40B4-BE49-F238E27FC236}">
                <a16:creationId xmlns:a16="http://schemas.microsoft.com/office/drawing/2014/main" id="{4FC0AA21-F90B-EC47-B240-C905CEB0F59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4036" y="4674639"/>
            <a:ext cx="1234440" cy="1444752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pic>
      <p:pic>
        <p:nvPicPr>
          <p:cNvPr id="313" name="Picture Placeholder 5">
            <a:extLst>
              <a:ext uri="{FF2B5EF4-FFF2-40B4-BE49-F238E27FC236}">
                <a16:creationId xmlns:a16="http://schemas.microsoft.com/office/drawing/2014/main" id="{7603E02E-3DAD-8943-9EC4-48C1BB3D9EC9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8047" y="790320"/>
            <a:ext cx="1234440" cy="1444752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pic>
      <p:pic>
        <p:nvPicPr>
          <p:cNvPr id="315" name="Picture Placeholder 5">
            <a:extLst>
              <a:ext uri="{FF2B5EF4-FFF2-40B4-BE49-F238E27FC236}">
                <a16:creationId xmlns:a16="http://schemas.microsoft.com/office/drawing/2014/main" id="{54CCB30A-192F-1A4C-B1A2-4D23CF7EE070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181" y="796309"/>
            <a:ext cx="1234440" cy="1444752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FDC8D-1959-3242-A41F-8C68D296A15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311" y="2386103"/>
            <a:ext cx="2926868" cy="908658"/>
          </a:xfrm>
          <a:prstGeom prst="rect">
            <a:avLst/>
          </a:prstGeom>
        </p:spPr>
      </p:pic>
      <p:pic>
        <p:nvPicPr>
          <p:cNvPr id="121" name="Picture Placeholder 5">
            <a:extLst>
              <a:ext uri="{FF2B5EF4-FFF2-40B4-BE49-F238E27FC236}">
                <a16:creationId xmlns:a16="http://schemas.microsoft.com/office/drawing/2014/main" id="{786BF9C7-887C-FE47-B7E8-5A885FDE86DF}"/>
              </a:ext>
            </a:extLst>
          </p:cNvPr>
          <p:cNvPicPr>
            <a:picLocks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2332" y="3380867"/>
            <a:ext cx="1234440" cy="1444752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1815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Arc 53">
            <a:extLst>
              <a:ext uri="{FF2B5EF4-FFF2-40B4-BE49-F238E27FC236}">
                <a16:creationId xmlns:a16="http://schemas.microsoft.com/office/drawing/2014/main" id="{D55D0F73-D0F7-D04A-9746-8C5C2DAAFDBD}"/>
              </a:ext>
            </a:extLst>
          </p:cNvPr>
          <p:cNvSpPr/>
          <p:nvPr userDrawn="1"/>
        </p:nvSpPr>
        <p:spPr>
          <a:xfrm>
            <a:off x="-2063598" y="1240291"/>
            <a:ext cx="4085312" cy="5388249"/>
          </a:xfrm>
          <a:prstGeom prst="arc">
            <a:avLst>
              <a:gd name="adj1" fmla="val 18204250"/>
              <a:gd name="adj2" fmla="val 271241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87DA-69AC-4141-8B9E-4AC8E7A9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505" y="177617"/>
            <a:ext cx="11829670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8959DEA-D10C-EB40-8749-A2FCA172722E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D824D0-A7C9-A543-BA80-88CDB84BF1D7}"/>
              </a:ext>
            </a:extLst>
          </p:cNvPr>
          <p:cNvGrpSpPr/>
          <p:nvPr userDrawn="1"/>
        </p:nvGrpSpPr>
        <p:grpSpPr>
          <a:xfrm>
            <a:off x="646271" y="1240291"/>
            <a:ext cx="1897818" cy="2218575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8D457D-75FA-3948-B362-E3FC51B339A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7" name="Isosceles Triangle 11">
              <a:extLst>
                <a:ext uri="{FF2B5EF4-FFF2-40B4-BE49-F238E27FC236}">
                  <a16:creationId xmlns:a16="http://schemas.microsoft.com/office/drawing/2014/main" id="{FDC8E4ED-E1CE-3A4F-8128-FC2C6FD9A74F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8" name="Isosceles Triangle 13">
              <a:extLst>
                <a:ext uri="{FF2B5EF4-FFF2-40B4-BE49-F238E27FC236}">
                  <a16:creationId xmlns:a16="http://schemas.microsoft.com/office/drawing/2014/main" id="{AA3C17E4-C455-1940-9C3A-06E21AEAE7F6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E51424E-27BA-6846-A118-7FA50AB8A8F9}"/>
              </a:ext>
            </a:extLst>
          </p:cNvPr>
          <p:cNvGrpSpPr/>
          <p:nvPr userDrawn="1"/>
        </p:nvGrpSpPr>
        <p:grpSpPr>
          <a:xfrm>
            <a:off x="630226" y="4136390"/>
            <a:ext cx="1897818" cy="2218575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61A5C4-25F1-314B-AC3F-0C62A6E5DB3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9" name="Isosceles Triangle 11">
              <a:extLst>
                <a:ext uri="{FF2B5EF4-FFF2-40B4-BE49-F238E27FC236}">
                  <a16:creationId xmlns:a16="http://schemas.microsoft.com/office/drawing/2014/main" id="{CBD65ABC-C986-6D4E-8126-5B7CC79D771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0" name="Isosceles Triangle 13">
              <a:extLst>
                <a:ext uri="{FF2B5EF4-FFF2-40B4-BE49-F238E27FC236}">
                  <a16:creationId xmlns:a16="http://schemas.microsoft.com/office/drawing/2014/main" id="{21170A16-6B35-C244-9F51-E479BA08BB20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DF59A-C7AC-CE4F-AE12-B313392B8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73910" y="2047799"/>
            <a:ext cx="5270500" cy="6078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D2B0A08E-A743-9D42-9354-901B25B196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3910" y="4943898"/>
            <a:ext cx="5270500" cy="607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AA1F21E-2096-EB46-B0E6-2DEAEE4585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31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Arc 53">
            <a:extLst>
              <a:ext uri="{FF2B5EF4-FFF2-40B4-BE49-F238E27FC236}">
                <a16:creationId xmlns:a16="http://schemas.microsoft.com/office/drawing/2014/main" id="{D55D0F73-D0F7-D04A-9746-8C5C2DAAFDBD}"/>
              </a:ext>
            </a:extLst>
          </p:cNvPr>
          <p:cNvSpPr/>
          <p:nvPr userDrawn="1"/>
        </p:nvSpPr>
        <p:spPr>
          <a:xfrm>
            <a:off x="-4090736" y="32464"/>
            <a:ext cx="6208294" cy="8117305"/>
          </a:xfrm>
          <a:prstGeom prst="arc">
            <a:avLst>
              <a:gd name="adj1" fmla="val 18204250"/>
              <a:gd name="adj2" fmla="val 271241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87DA-69AC-4141-8B9E-4AC8E7A9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505" y="177617"/>
            <a:ext cx="11829670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8959DEA-D10C-EB40-8749-A2FCA172722E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BBB59F-AFAD-5F4C-9F5F-5FB7A7B69AF6}"/>
              </a:ext>
            </a:extLst>
          </p:cNvPr>
          <p:cNvGrpSpPr/>
          <p:nvPr userDrawn="1"/>
        </p:nvGrpSpPr>
        <p:grpSpPr>
          <a:xfrm>
            <a:off x="722431" y="778471"/>
            <a:ext cx="1496766" cy="1749740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B14523-2578-7E40-AE29-1473CC4AF35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1" name="Isosceles Triangle 11">
              <a:extLst>
                <a:ext uri="{FF2B5EF4-FFF2-40B4-BE49-F238E27FC236}">
                  <a16:creationId xmlns:a16="http://schemas.microsoft.com/office/drawing/2014/main" id="{8E04D4F7-8F55-EC48-A938-9DEFEE79E9CD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2" name="Isosceles Triangle 13">
              <a:extLst>
                <a:ext uri="{FF2B5EF4-FFF2-40B4-BE49-F238E27FC236}">
                  <a16:creationId xmlns:a16="http://schemas.microsoft.com/office/drawing/2014/main" id="{63E5B7E6-4D1D-1741-8E8E-4E2870FB4725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F764512-CA50-DD4B-887C-06802810592F}"/>
              </a:ext>
            </a:extLst>
          </p:cNvPr>
          <p:cNvGrpSpPr/>
          <p:nvPr userDrawn="1"/>
        </p:nvGrpSpPr>
        <p:grpSpPr>
          <a:xfrm>
            <a:off x="1555161" y="2870411"/>
            <a:ext cx="1496766" cy="1749740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5B96DC-4ED0-3E4C-8140-AA1C482DB9E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5" name="Isosceles Triangle 11">
              <a:extLst>
                <a:ext uri="{FF2B5EF4-FFF2-40B4-BE49-F238E27FC236}">
                  <a16:creationId xmlns:a16="http://schemas.microsoft.com/office/drawing/2014/main" id="{48FA8202-3DC8-E64E-9F9E-9ACF873B7AF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6" name="Isosceles Triangle 13">
              <a:extLst>
                <a:ext uri="{FF2B5EF4-FFF2-40B4-BE49-F238E27FC236}">
                  <a16:creationId xmlns:a16="http://schemas.microsoft.com/office/drawing/2014/main" id="{CB357575-2712-5A4F-B215-409A6486A80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E51424E-27BA-6846-A118-7FA50AB8A8F9}"/>
              </a:ext>
            </a:extLst>
          </p:cNvPr>
          <p:cNvGrpSpPr/>
          <p:nvPr userDrawn="1"/>
        </p:nvGrpSpPr>
        <p:grpSpPr>
          <a:xfrm>
            <a:off x="719325" y="4938156"/>
            <a:ext cx="1496766" cy="1749740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61A5C4-25F1-314B-AC3F-0C62A6E5DB3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9" name="Isosceles Triangle 11">
              <a:extLst>
                <a:ext uri="{FF2B5EF4-FFF2-40B4-BE49-F238E27FC236}">
                  <a16:creationId xmlns:a16="http://schemas.microsoft.com/office/drawing/2014/main" id="{CBD65ABC-C986-6D4E-8126-5B7CC79D771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0" name="Isosceles Triangle 13">
              <a:extLst>
                <a:ext uri="{FF2B5EF4-FFF2-40B4-BE49-F238E27FC236}">
                  <a16:creationId xmlns:a16="http://schemas.microsoft.com/office/drawing/2014/main" id="{21170A16-6B35-C244-9F51-E479BA08BB20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DF59A-C7AC-CE4F-AE12-B313392B8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9197" y="1341995"/>
            <a:ext cx="5270500" cy="6078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72141657-FAA8-A446-A6A7-8EDE5DA0A1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51927" y="3508221"/>
            <a:ext cx="5270500" cy="582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D2B0A08E-A743-9D42-9354-901B25B196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19197" y="5562634"/>
            <a:ext cx="5270500" cy="607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AA1F21E-2096-EB46-B0E6-2DEAEE4585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34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Arc 53">
            <a:extLst>
              <a:ext uri="{FF2B5EF4-FFF2-40B4-BE49-F238E27FC236}">
                <a16:creationId xmlns:a16="http://schemas.microsoft.com/office/drawing/2014/main" id="{D55D0F73-D0F7-D04A-9746-8C5C2DAAFDBD}"/>
              </a:ext>
            </a:extLst>
          </p:cNvPr>
          <p:cNvSpPr/>
          <p:nvPr userDrawn="1"/>
        </p:nvSpPr>
        <p:spPr>
          <a:xfrm>
            <a:off x="-4090736" y="32464"/>
            <a:ext cx="6208294" cy="8117305"/>
          </a:xfrm>
          <a:prstGeom prst="arc">
            <a:avLst>
              <a:gd name="adj1" fmla="val 18204250"/>
              <a:gd name="adj2" fmla="val 271241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87DA-69AC-4141-8B9E-4AC8E7A9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505" y="177617"/>
            <a:ext cx="11829670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8959DEA-D10C-EB40-8749-A2FCA172722E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D824D0-A7C9-A543-BA80-88CDB84BF1D7}"/>
              </a:ext>
            </a:extLst>
          </p:cNvPr>
          <p:cNvGrpSpPr/>
          <p:nvPr userDrawn="1"/>
        </p:nvGrpSpPr>
        <p:grpSpPr>
          <a:xfrm>
            <a:off x="829340" y="825444"/>
            <a:ext cx="1112164" cy="1300135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8D457D-75FA-3948-B362-E3FC51B339A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7" name="Isosceles Triangle 11">
              <a:extLst>
                <a:ext uri="{FF2B5EF4-FFF2-40B4-BE49-F238E27FC236}">
                  <a16:creationId xmlns:a16="http://schemas.microsoft.com/office/drawing/2014/main" id="{FDC8E4ED-E1CE-3A4F-8128-FC2C6FD9A74F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8" name="Isosceles Triangle 13">
              <a:extLst>
                <a:ext uri="{FF2B5EF4-FFF2-40B4-BE49-F238E27FC236}">
                  <a16:creationId xmlns:a16="http://schemas.microsoft.com/office/drawing/2014/main" id="{AA3C17E4-C455-1940-9C3A-06E21AEAE7F6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BBB59F-AFAD-5F4C-9F5F-5FB7A7B69AF6}"/>
              </a:ext>
            </a:extLst>
          </p:cNvPr>
          <p:cNvGrpSpPr/>
          <p:nvPr userDrawn="1"/>
        </p:nvGrpSpPr>
        <p:grpSpPr>
          <a:xfrm>
            <a:off x="1561475" y="2257649"/>
            <a:ext cx="1112164" cy="1300135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B14523-2578-7E40-AE29-1473CC4AF35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1" name="Isosceles Triangle 11">
              <a:extLst>
                <a:ext uri="{FF2B5EF4-FFF2-40B4-BE49-F238E27FC236}">
                  <a16:creationId xmlns:a16="http://schemas.microsoft.com/office/drawing/2014/main" id="{8E04D4F7-8F55-EC48-A938-9DEFEE79E9CD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2" name="Isosceles Triangle 13">
              <a:extLst>
                <a:ext uri="{FF2B5EF4-FFF2-40B4-BE49-F238E27FC236}">
                  <a16:creationId xmlns:a16="http://schemas.microsoft.com/office/drawing/2014/main" id="{63E5B7E6-4D1D-1741-8E8E-4E2870FB4725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F764512-CA50-DD4B-887C-06802810592F}"/>
              </a:ext>
            </a:extLst>
          </p:cNvPr>
          <p:cNvGrpSpPr/>
          <p:nvPr userDrawn="1"/>
        </p:nvGrpSpPr>
        <p:grpSpPr>
          <a:xfrm>
            <a:off x="1561475" y="3906366"/>
            <a:ext cx="1112164" cy="1300135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5B96DC-4ED0-3E4C-8140-AA1C482DB9E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5" name="Isosceles Triangle 11">
              <a:extLst>
                <a:ext uri="{FF2B5EF4-FFF2-40B4-BE49-F238E27FC236}">
                  <a16:creationId xmlns:a16="http://schemas.microsoft.com/office/drawing/2014/main" id="{48FA8202-3DC8-E64E-9F9E-9ACF873B7AF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6" name="Isosceles Triangle 13">
              <a:extLst>
                <a:ext uri="{FF2B5EF4-FFF2-40B4-BE49-F238E27FC236}">
                  <a16:creationId xmlns:a16="http://schemas.microsoft.com/office/drawing/2014/main" id="{CB357575-2712-5A4F-B215-409A6486A80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E51424E-27BA-6846-A118-7FA50AB8A8F9}"/>
              </a:ext>
            </a:extLst>
          </p:cNvPr>
          <p:cNvGrpSpPr/>
          <p:nvPr userDrawn="1"/>
        </p:nvGrpSpPr>
        <p:grpSpPr>
          <a:xfrm>
            <a:off x="909550" y="5358839"/>
            <a:ext cx="1112164" cy="1300135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61A5C4-25F1-314B-AC3F-0C62A6E5DB3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9" name="Isosceles Triangle 11">
              <a:extLst>
                <a:ext uri="{FF2B5EF4-FFF2-40B4-BE49-F238E27FC236}">
                  <a16:creationId xmlns:a16="http://schemas.microsoft.com/office/drawing/2014/main" id="{CBD65ABC-C986-6D4E-8126-5B7CC79D771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0" name="Isosceles Triangle 13">
              <a:extLst>
                <a:ext uri="{FF2B5EF4-FFF2-40B4-BE49-F238E27FC236}">
                  <a16:creationId xmlns:a16="http://schemas.microsoft.com/office/drawing/2014/main" id="{21170A16-6B35-C244-9F51-E479BA08BB20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DF59A-C7AC-CE4F-AE12-B313392B8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21714" y="1212380"/>
            <a:ext cx="5270500" cy="6078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B490E40-E991-1B43-9972-5A66BD9C2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3337" y="2665124"/>
            <a:ext cx="5270500" cy="5828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72141657-FAA8-A446-A6A7-8EDE5DA0A1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83337" y="4360539"/>
            <a:ext cx="5270500" cy="582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D2B0A08E-A743-9D42-9354-901B25B196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17556" y="5788250"/>
            <a:ext cx="5270500" cy="607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AA1F21E-2096-EB46-B0E6-2DEAEE4585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37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012EF76-DEF4-C443-AED6-1A3A9D091E1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D55D0F73-D0F7-D04A-9746-8C5C2DAAFDBD}"/>
              </a:ext>
            </a:extLst>
          </p:cNvPr>
          <p:cNvSpPr/>
          <p:nvPr userDrawn="1"/>
        </p:nvSpPr>
        <p:spPr>
          <a:xfrm>
            <a:off x="-4090736" y="32464"/>
            <a:ext cx="6208294" cy="8117305"/>
          </a:xfrm>
          <a:prstGeom prst="arc">
            <a:avLst>
              <a:gd name="adj1" fmla="val 18204250"/>
              <a:gd name="adj2" fmla="val 2712412"/>
            </a:avLst>
          </a:prstGeom>
          <a:noFill/>
          <a:ln w="38100">
            <a:solidFill>
              <a:srgbClr val="164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87DA-69AC-4141-8B9E-4AC8E7A9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505" y="177617"/>
            <a:ext cx="11829670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8959DEA-D10C-EB40-8749-A2FCA172722E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D824D0-A7C9-A543-BA80-88CDB84BF1D7}"/>
              </a:ext>
            </a:extLst>
          </p:cNvPr>
          <p:cNvGrpSpPr/>
          <p:nvPr userDrawn="1"/>
        </p:nvGrpSpPr>
        <p:grpSpPr>
          <a:xfrm>
            <a:off x="829340" y="825444"/>
            <a:ext cx="1112164" cy="1300135"/>
            <a:chOff x="343167" y="1399356"/>
            <a:chExt cx="3282349" cy="3542242"/>
          </a:xfrm>
          <a:solidFill>
            <a:schemeClr val="bg1"/>
          </a:solidFill>
          <a:effectLst/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8D457D-75FA-3948-B362-E3FC51B339A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7" name="Isosceles Triangle 11">
              <a:extLst>
                <a:ext uri="{FF2B5EF4-FFF2-40B4-BE49-F238E27FC236}">
                  <a16:creationId xmlns:a16="http://schemas.microsoft.com/office/drawing/2014/main" id="{FDC8E4ED-E1CE-3A4F-8128-FC2C6FD9A74F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8" name="Isosceles Triangle 13">
              <a:extLst>
                <a:ext uri="{FF2B5EF4-FFF2-40B4-BE49-F238E27FC236}">
                  <a16:creationId xmlns:a16="http://schemas.microsoft.com/office/drawing/2014/main" id="{AA3C17E4-C455-1940-9C3A-06E21AEAE7F6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BBB59F-AFAD-5F4C-9F5F-5FB7A7B69AF6}"/>
              </a:ext>
            </a:extLst>
          </p:cNvPr>
          <p:cNvGrpSpPr/>
          <p:nvPr userDrawn="1"/>
        </p:nvGrpSpPr>
        <p:grpSpPr>
          <a:xfrm>
            <a:off x="1561475" y="2257649"/>
            <a:ext cx="1112164" cy="1300135"/>
            <a:chOff x="343167" y="1399356"/>
            <a:chExt cx="3282349" cy="3542242"/>
          </a:xfrm>
          <a:solidFill>
            <a:schemeClr val="bg2"/>
          </a:solidFill>
          <a:effectLst/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B14523-2578-7E40-AE29-1473CC4AF35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1" name="Isosceles Triangle 11">
              <a:extLst>
                <a:ext uri="{FF2B5EF4-FFF2-40B4-BE49-F238E27FC236}">
                  <a16:creationId xmlns:a16="http://schemas.microsoft.com/office/drawing/2014/main" id="{8E04D4F7-8F55-EC48-A938-9DEFEE79E9CD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2" name="Isosceles Triangle 13">
              <a:extLst>
                <a:ext uri="{FF2B5EF4-FFF2-40B4-BE49-F238E27FC236}">
                  <a16:creationId xmlns:a16="http://schemas.microsoft.com/office/drawing/2014/main" id="{63E5B7E6-4D1D-1741-8E8E-4E2870FB4725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F764512-CA50-DD4B-887C-06802810592F}"/>
              </a:ext>
            </a:extLst>
          </p:cNvPr>
          <p:cNvGrpSpPr/>
          <p:nvPr userDrawn="1"/>
        </p:nvGrpSpPr>
        <p:grpSpPr>
          <a:xfrm>
            <a:off x="1561475" y="3906366"/>
            <a:ext cx="1112164" cy="1300135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5B96DC-4ED0-3E4C-8140-AA1C482DB9E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5" name="Isosceles Triangle 11">
              <a:extLst>
                <a:ext uri="{FF2B5EF4-FFF2-40B4-BE49-F238E27FC236}">
                  <a16:creationId xmlns:a16="http://schemas.microsoft.com/office/drawing/2014/main" id="{48FA8202-3DC8-E64E-9F9E-9ACF873B7AF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6" name="Isosceles Triangle 13">
              <a:extLst>
                <a:ext uri="{FF2B5EF4-FFF2-40B4-BE49-F238E27FC236}">
                  <a16:creationId xmlns:a16="http://schemas.microsoft.com/office/drawing/2014/main" id="{CB357575-2712-5A4F-B215-409A6486A80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E51424E-27BA-6846-A118-7FA50AB8A8F9}"/>
              </a:ext>
            </a:extLst>
          </p:cNvPr>
          <p:cNvGrpSpPr/>
          <p:nvPr userDrawn="1"/>
        </p:nvGrpSpPr>
        <p:grpSpPr>
          <a:xfrm>
            <a:off x="909550" y="5358839"/>
            <a:ext cx="1112164" cy="1300135"/>
            <a:chOff x="343167" y="1399356"/>
            <a:chExt cx="3282349" cy="3542242"/>
          </a:xfrm>
          <a:solidFill>
            <a:schemeClr val="tx1"/>
          </a:solidFill>
          <a:effectLst/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61A5C4-25F1-314B-AC3F-0C62A6E5DB3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9" name="Isosceles Triangle 11">
              <a:extLst>
                <a:ext uri="{FF2B5EF4-FFF2-40B4-BE49-F238E27FC236}">
                  <a16:creationId xmlns:a16="http://schemas.microsoft.com/office/drawing/2014/main" id="{CBD65ABC-C986-6D4E-8126-5B7CC79D771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0" name="Isosceles Triangle 13">
              <a:extLst>
                <a:ext uri="{FF2B5EF4-FFF2-40B4-BE49-F238E27FC236}">
                  <a16:creationId xmlns:a16="http://schemas.microsoft.com/office/drawing/2014/main" id="{21170A16-6B35-C244-9F51-E479BA08BB20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D9AFB29-E0D7-B947-BBC1-46A5DA84C9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21714" y="1247105"/>
            <a:ext cx="5270500" cy="6078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1AF64089-A9EB-AC4E-9FD2-D5FA8E819E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3337" y="2699849"/>
            <a:ext cx="5270500" cy="5828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1D5D01D-D16C-2D4E-AE90-10B598FF94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83337" y="4395264"/>
            <a:ext cx="5270500" cy="582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DF161416-AC8A-3F47-8801-BCBAE78316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17556" y="5822975"/>
            <a:ext cx="5270500" cy="607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5F3EEDC-B50A-B342-B246-DEFF20ABAB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07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Arc 53">
            <a:extLst>
              <a:ext uri="{FF2B5EF4-FFF2-40B4-BE49-F238E27FC236}">
                <a16:creationId xmlns:a16="http://schemas.microsoft.com/office/drawing/2014/main" id="{D55D0F73-D0F7-D04A-9746-8C5C2DAAFDBD}"/>
              </a:ext>
            </a:extLst>
          </p:cNvPr>
          <p:cNvSpPr/>
          <p:nvPr userDrawn="1"/>
        </p:nvSpPr>
        <p:spPr>
          <a:xfrm>
            <a:off x="-4090736" y="32464"/>
            <a:ext cx="6208294" cy="8117305"/>
          </a:xfrm>
          <a:prstGeom prst="arc">
            <a:avLst>
              <a:gd name="adj1" fmla="val 18204250"/>
              <a:gd name="adj2" fmla="val 2712412"/>
            </a:avLst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87DA-69AC-4141-8B9E-4AC8E7A9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505" y="177617"/>
            <a:ext cx="11829670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8959DEA-D10C-EB40-8749-A2FCA172722E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D824D0-A7C9-A543-BA80-88CDB84BF1D7}"/>
              </a:ext>
            </a:extLst>
          </p:cNvPr>
          <p:cNvGrpSpPr/>
          <p:nvPr userDrawn="1"/>
        </p:nvGrpSpPr>
        <p:grpSpPr>
          <a:xfrm>
            <a:off x="829340" y="825445"/>
            <a:ext cx="914597" cy="1069176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8D457D-75FA-3948-B362-E3FC51B339A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7" name="Isosceles Triangle 11">
              <a:extLst>
                <a:ext uri="{FF2B5EF4-FFF2-40B4-BE49-F238E27FC236}">
                  <a16:creationId xmlns:a16="http://schemas.microsoft.com/office/drawing/2014/main" id="{FDC8E4ED-E1CE-3A4F-8128-FC2C6FD9A74F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8" name="Isosceles Triangle 13">
              <a:extLst>
                <a:ext uri="{FF2B5EF4-FFF2-40B4-BE49-F238E27FC236}">
                  <a16:creationId xmlns:a16="http://schemas.microsoft.com/office/drawing/2014/main" id="{AA3C17E4-C455-1940-9C3A-06E21AEAE7F6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BBB59F-AFAD-5F4C-9F5F-5FB7A7B69AF6}"/>
              </a:ext>
            </a:extLst>
          </p:cNvPr>
          <p:cNvGrpSpPr/>
          <p:nvPr userDrawn="1"/>
        </p:nvGrpSpPr>
        <p:grpSpPr>
          <a:xfrm>
            <a:off x="1554300" y="1861945"/>
            <a:ext cx="914400" cy="1069848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B14523-2578-7E40-AE29-1473CC4AF35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1" name="Isosceles Triangle 11">
              <a:extLst>
                <a:ext uri="{FF2B5EF4-FFF2-40B4-BE49-F238E27FC236}">
                  <a16:creationId xmlns:a16="http://schemas.microsoft.com/office/drawing/2014/main" id="{8E04D4F7-8F55-EC48-A938-9DEFEE79E9CD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2" name="Isosceles Triangle 13">
              <a:extLst>
                <a:ext uri="{FF2B5EF4-FFF2-40B4-BE49-F238E27FC236}">
                  <a16:creationId xmlns:a16="http://schemas.microsoft.com/office/drawing/2014/main" id="{63E5B7E6-4D1D-1741-8E8E-4E2870FB4725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F764512-CA50-DD4B-887C-06802810592F}"/>
              </a:ext>
            </a:extLst>
          </p:cNvPr>
          <p:cNvGrpSpPr/>
          <p:nvPr userDrawn="1"/>
        </p:nvGrpSpPr>
        <p:grpSpPr>
          <a:xfrm>
            <a:off x="1913494" y="3092431"/>
            <a:ext cx="914400" cy="1069848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5B96DC-4ED0-3E4C-8140-AA1C482DB9E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5" name="Isosceles Triangle 11">
              <a:extLst>
                <a:ext uri="{FF2B5EF4-FFF2-40B4-BE49-F238E27FC236}">
                  <a16:creationId xmlns:a16="http://schemas.microsoft.com/office/drawing/2014/main" id="{48FA8202-3DC8-E64E-9F9E-9ACF873B7AF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6" name="Isosceles Triangle 13">
              <a:extLst>
                <a:ext uri="{FF2B5EF4-FFF2-40B4-BE49-F238E27FC236}">
                  <a16:creationId xmlns:a16="http://schemas.microsoft.com/office/drawing/2014/main" id="{CB357575-2712-5A4F-B215-409A6486A80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E51424E-27BA-6846-A118-7FA50AB8A8F9}"/>
              </a:ext>
            </a:extLst>
          </p:cNvPr>
          <p:cNvGrpSpPr/>
          <p:nvPr userDrawn="1"/>
        </p:nvGrpSpPr>
        <p:grpSpPr>
          <a:xfrm>
            <a:off x="1176462" y="5614635"/>
            <a:ext cx="914400" cy="1069848"/>
            <a:chOff x="343167" y="1399356"/>
            <a:chExt cx="3282349" cy="3542242"/>
          </a:xfrm>
          <a:solidFill>
            <a:schemeClr val="tx1"/>
          </a:solidFill>
          <a:effectLst/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61A5C4-25F1-314B-AC3F-0C62A6E5DB3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9" name="Isosceles Triangle 11">
              <a:extLst>
                <a:ext uri="{FF2B5EF4-FFF2-40B4-BE49-F238E27FC236}">
                  <a16:creationId xmlns:a16="http://schemas.microsoft.com/office/drawing/2014/main" id="{CBD65ABC-C986-6D4E-8126-5B7CC79D771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0" name="Isosceles Triangle 13">
              <a:extLst>
                <a:ext uri="{FF2B5EF4-FFF2-40B4-BE49-F238E27FC236}">
                  <a16:creationId xmlns:a16="http://schemas.microsoft.com/office/drawing/2014/main" id="{21170A16-6B35-C244-9F51-E479BA08BB20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077A24D-7FAF-6946-B194-3554502B9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4276" y="1108797"/>
            <a:ext cx="5270500" cy="496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96E75A52-783B-384F-93A5-B1398CB2C4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74758" y="2151311"/>
            <a:ext cx="5270500" cy="496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26DB2AF8-1EAA-B647-AC9D-3EC37663F2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13151" y="3399528"/>
            <a:ext cx="5270500" cy="472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4FCFBAC0-5C08-6545-9DA8-C9CBE8EECC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48316" y="5907894"/>
            <a:ext cx="5270500" cy="472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B0F1D6-D5C1-D54E-BD84-6D1FE214FECC}"/>
              </a:ext>
            </a:extLst>
          </p:cNvPr>
          <p:cNvGrpSpPr/>
          <p:nvPr userDrawn="1"/>
        </p:nvGrpSpPr>
        <p:grpSpPr>
          <a:xfrm>
            <a:off x="1660358" y="4446788"/>
            <a:ext cx="914400" cy="1069848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66274CB-2620-4D49-AA6C-C64856F2A6CC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0" name="Isosceles Triangle 11">
              <a:extLst>
                <a:ext uri="{FF2B5EF4-FFF2-40B4-BE49-F238E27FC236}">
                  <a16:creationId xmlns:a16="http://schemas.microsoft.com/office/drawing/2014/main" id="{A64C1D22-9BBE-4647-BC13-D88E824D1B2B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1" name="Isosceles Triangle 13">
              <a:extLst>
                <a:ext uri="{FF2B5EF4-FFF2-40B4-BE49-F238E27FC236}">
                  <a16:creationId xmlns:a16="http://schemas.microsoft.com/office/drawing/2014/main" id="{39CE5BE8-E6C2-EC47-9915-C433B39B0CB4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548A755-5735-7349-AFB4-992092354F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60015" y="4746690"/>
            <a:ext cx="5270500" cy="472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B3E5FCD-30E4-9F4F-8167-D02F923A55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073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012EF76-DEF4-C443-AED6-1A3A9D091E1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D55D0F73-D0F7-D04A-9746-8C5C2DAAFDBD}"/>
              </a:ext>
            </a:extLst>
          </p:cNvPr>
          <p:cNvSpPr/>
          <p:nvPr userDrawn="1"/>
        </p:nvSpPr>
        <p:spPr>
          <a:xfrm>
            <a:off x="-4090736" y="32464"/>
            <a:ext cx="6208294" cy="8117305"/>
          </a:xfrm>
          <a:prstGeom prst="arc">
            <a:avLst>
              <a:gd name="adj1" fmla="val 18204250"/>
              <a:gd name="adj2" fmla="val 2712412"/>
            </a:avLst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87DA-69AC-4141-8B9E-4AC8E7A9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505" y="177617"/>
            <a:ext cx="11829670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8959DEA-D10C-EB40-8749-A2FCA172722E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D824D0-A7C9-A543-BA80-88CDB84BF1D7}"/>
              </a:ext>
            </a:extLst>
          </p:cNvPr>
          <p:cNvGrpSpPr/>
          <p:nvPr userDrawn="1"/>
        </p:nvGrpSpPr>
        <p:grpSpPr>
          <a:xfrm>
            <a:off x="829340" y="825445"/>
            <a:ext cx="914597" cy="1069176"/>
            <a:chOff x="343167" y="1399356"/>
            <a:chExt cx="3282349" cy="3542242"/>
          </a:xfrm>
          <a:solidFill>
            <a:schemeClr val="bg1"/>
          </a:solidFill>
          <a:effectLst/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8D457D-75FA-3948-B362-E3FC51B339A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7" name="Isosceles Triangle 11">
              <a:extLst>
                <a:ext uri="{FF2B5EF4-FFF2-40B4-BE49-F238E27FC236}">
                  <a16:creationId xmlns:a16="http://schemas.microsoft.com/office/drawing/2014/main" id="{FDC8E4ED-E1CE-3A4F-8128-FC2C6FD9A74F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8" name="Isosceles Triangle 13">
              <a:extLst>
                <a:ext uri="{FF2B5EF4-FFF2-40B4-BE49-F238E27FC236}">
                  <a16:creationId xmlns:a16="http://schemas.microsoft.com/office/drawing/2014/main" id="{AA3C17E4-C455-1940-9C3A-06E21AEAE7F6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BBB59F-AFAD-5F4C-9F5F-5FB7A7B69AF6}"/>
              </a:ext>
            </a:extLst>
          </p:cNvPr>
          <p:cNvGrpSpPr/>
          <p:nvPr userDrawn="1"/>
        </p:nvGrpSpPr>
        <p:grpSpPr>
          <a:xfrm>
            <a:off x="1554300" y="1861945"/>
            <a:ext cx="914400" cy="1069848"/>
            <a:chOff x="343167" y="1399356"/>
            <a:chExt cx="3282349" cy="3542242"/>
          </a:xfrm>
          <a:solidFill>
            <a:schemeClr val="bg2"/>
          </a:solidFill>
          <a:effectLst/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B14523-2578-7E40-AE29-1473CC4AF35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1" name="Isosceles Triangle 11">
              <a:extLst>
                <a:ext uri="{FF2B5EF4-FFF2-40B4-BE49-F238E27FC236}">
                  <a16:creationId xmlns:a16="http://schemas.microsoft.com/office/drawing/2014/main" id="{8E04D4F7-8F55-EC48-A938-9DEFEE79E9CD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2" name="Isosceles Triangle 13">
              <a:extLst>
                <a:ext uri="{FF2B5EF4-FFF2-40B4-BE49-F238E27FC236}">
                  <a16:creationId xmlns:a16="http://schemas.microsoft.com/office/drawing/2014/main" id="{63E5B7E6-4D1D-1741-8E8E-4E2870FB4725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F764512-CA50-DD4B-887C-06802810592F}"/>
              </a:ext>
            </a:extLst>
          </p:cNvPr>
          <p:cNvGrpSpPr/>
          <p:nvPr userDrawn="1"/>
        </p:nvGrpSpPr>
        <p:grpSpPr>
          <a:xfrm>
            <a:off x="1913494" y="3092431"/>
            <a:ext cx="914400" cy="1069848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5B96DC-4ED0-3E4C-8140-AA1C482DB9EA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5" name="Isosceles Triangle 11">
              <a:extLst>
                <a:ext uri="{FF2B5EF4-FFF2-40B4-BE49-F238E27FC236}">
                  <a16:creationId xmlns:a16="http://schemas.microsoft.com/office/drawing/2014/main" id="{48FA8202-3DC8-E64E-9F9E-9ACF873B7AF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6" name="Isosceles Triangle 13">
              <a:extLst>
                <a:ext uri="{FF2B5EF4-FFF2-40B4-BE49-F238E27FC236}">
                  <a16:creationId xmlns:a16="http://schemas.microsoft.com/office/drawing/2014/main" id="{CB357575-2712-5A4F-B215-409A6486A809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E51424E-27BA-6846-A118-7FA50AB8A8F9}"/>
              </a:ext>
            </a:extLst>
          </p:cNvPr>
          <p:cNvGrpSpPr/>
          <p:nvPr userDrawn="1"/>
        </p:nvGrpSpPr>
        <p:grpSpPr>
          <a:xfrm>
            <a:off x="1176462" y="5614635"/>
            <a:ext cx="914400" cy="1069848"/>
            <a:chOff x="343167" y="1399356"/>
            <a:chExt cx="3282349" cy="3542242"/>
          </a:xfrm>
          <a:solidFill>
            <a:schemeClr val="tx1"/>
          </a:solidFill>
          <a:effectLst/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61A5C4-25F1-314B-AC3F-0C62A6E5DB3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9" name="Isosceles Triangle 11">
              <a:extLst>
                <a:ext uri="{FF2B5EF4-FFF2-40B4-BE49-F238E27FC236}">
                  <a16:creationId xmlns:a16="http://schemas.microsoft.com/office/drawing/2014/main" id="{CBD65ABC-C986-6D4E-8126-5B7CC79D7713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0" name="Isosceles Triangle 13">
              <a:extLst>
                <a:ext uri="{FF2B5EF4-FFF2-40B4-BE49-F238E27FC236}">
                  <a16:creationId xmlns:a16="http://schemas.microsoft.com/office/drawing/2014/main" id="{21170A16-6B35-C244-9F51-E479BA08BB20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077A24D-7FAF-6946-B194-3554502B9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4276" y="1108797"/>
            <a:ext cx="5270500" cy="496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96E75A52-783B-384F-93A5-B1398CB2C4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74758" y="2151311"/>
            <a:ext cx="5270500" cy="496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26DB2AF8-1EAA-B647-AC9D-3EC37663F2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13151" y="3399528"/>
            <a:ext cx="5270500" cy="472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4FCFBAC0-5C08-6545-9DA8-C9CBE8EECC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48316" y="5907894"/>
            <a:ext cx="5270500" cy="472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B0F1D6-D5C1-D54E-BD84-6D1FE214FECC}"/>
              </a:ext>
            </a:extLst>
          </p:cNvPr>
          <p:cNvGrpSpPr/>
          <p:nvPr userDrawn="1"/>
        </p:nvGrpSpPr>
        <p:grpSpPr>
          <a:xfrm>
            <a:off x="1660358" y="4446788"/>
            <a:ext cx="914400" cy="1069848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66274CB-2620-4D49-AA6C-C64856F2A6CC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0" name="Isosceles Triangle 11">
              <a:extLst>
                <a:ext uri="{FF2B5EF4-FFF2-40B4-BE49-F238E27FC236}">
                  <a16:creationId xmlns:a16="http://schemas.microsoft.com/office/drawing/2014/main" id="{A64C1D22-9BBE-4647-BC13-D88E824D1B2B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1" name="Isosceles Triangle 13">
              <a:extLst>
                <a:ext uri="{FF2B5EF4-FFF2-40B4-BE49-F238E27FC236}">
                  <a16:creationId xmlns:a16="http://schemas.microsoft.com/office/drawing/2014/main" id="{39CE5BE8-E6C2-EC47-9915-C433B39B0CB4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548A755-5735-7349-AFB4-992092354F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60015" y="4746690"/>
            <a:ext cx="5270500" cy="4720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8612CAA-BE2A-914C-8A75-01DD262CB8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054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87DA-69AC-4141-8B9E-4AC8E7A9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893" y="177617"/>
            <a:ext cx="11469282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8959DEA-D10C-EB40-8749-A2FCA172722E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04967C-7C18-1541-84E5-BB0AC1DF6242}"/>
              </a:ext>
            </a:extLst>
          </p:cNvPr>
          <p:cNvGrpSpPr/>
          <p:nvPr userDrawn="1"/>
        </p:nvGrpSpPr>
        <p:grpSpPr>
          <a:xfrm>
            <a:off x="-85257" y="-12031"/>
            <a:ext cx="212651" cy="248592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6D554B-B12E-8B45-9C3E-4A03530A4695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8" name="Isosceles Triangle 11">
              <a:extLst>
                <a:ext uri="{FF2B5EF4-FFF2-40B4-BE49-F238E27FC236}">
                  <a16:creationId xmlns:a16="http://schemas.microsoft.com/office/drawing/2014/main" id="{C28BD44F-3498-4E46-B602-F4725FFDEB67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9" name="Isosceles Triangle 13">
              <a:extLst>
                <a:ext uri="{FF2B5EF4-FFF2-40B4-BE49-F238E27FC236}">
                  <a16:creationId xmlns:a16="http://schemas.microsoft.com/office/drawing/2014/main" id="{D0D59C4C-F827-7A4B-BF32-5D2E45543BEE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A2C6BA-7233-8A47-B310-0C8E6A4D8FDA}"/>
              </a:ext>
            </a:extLst>
          </p:cNvPr>
          <p:cNvGrpSpPr/>
          <p:nvPr userDrawn="1"/>
        </p:nvGrpSpPr>
        <p:grpSpPr>
          <a:xfrm>
            <a:off x="42333" y="212069"/>
            <a:ext cx="212651" cy="248592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D18FD5-CF34-EA40-BFB9-49C072654BC0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F72D199B-6634-4C4B-A2B7-FF07EC415F35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" name="Isosceles Triangle 13">
              <a:extLst>
                <a:ext uri="{FF2B5EF4-FFF2-40B4-BE49-F238E27FC236}">
                  <a16:creationId xmlns:a16="http://schemas.microsoft.com/office/drawing/2014/main" id="{A7C0D9D8-7083-F44B-A492-44A1BB3CF98D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51E35D-E2C3-CD42-BD39-33A7DC0D6215}"/>
              </a:ext>
            </a:extLst>
          </p:cNvPr>
          <p:cNvGrpSpPr/>
          <p:nvPr userDrawn="1"/>
        </p:nvGrpSpPr>
        <p:grpSpPr>
          <a:xfrm>
            <a:off x="-85257" y="436646"/>
            <a:ext cx="212651" cy="248592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512AF4E-E8B5-3944-A21E-EE190F0C5E02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" name="Isosceles Triangle 11">
              <a:extLst>
                <a:ext uri="{FF2B5EF4-FFF2-40B4-BE49-F238E27FC236}">
                  <a16:creationId xmlns:a16="http://schemas.microsoft.com/office/drawing/2014/main" id="{3BF3E8D4-E84B-7943-8C47-1B007FB0AF2E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7" name="Isosceles Triangle 13">
              <a:extLst>
                <a:ext uri="{FF2B5EF4-FFF2-40B4-BE49-F238E27FC236}">
                  <a16:creationId xmlns:a16="http://schemas.microsoft.com/office/drawing/2014/main" id="{78AFDB3D-531C-3548-A387-37EEF6728671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16D45C0-C7ED-D24F-B5E8-8DF11CFFD264}"/>
              </a:ext>
            </a:extLst>
          </p:cNvPr>
          <p:cNvGrpSpPr/>
          <p:nvPr userDrawn="1"/>
        </p:nvGrpSpPr>
        <p:grpSpPr>
          <a:xfrm>
            <a:off x="169825" y="438369"/>
            <a:ext cx="212651" cy="248592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88C26D-7D83-F141-B6F0-735896815471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0" name="Isosceles Triangle 11">
              <a:extLst>
                <a:ext uri="{FF2B5EF4-FFF2-40B4-BE49-F238E27FC236}">
                  <a16:creationId xmlns:a16="http://schemas.microsoft.com/office/drawing/2014/main" id="{BD23C628-04F2-174D-BA53-DC3C5252AE96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" name="Isosceles Triangle 13">
              <a:extLst>
                <a:ext uri="{FF2B5EF4-FFF2-40B4-BE49-F238E27FC236}">
                  <a16:creationId xmlns:a16="http://schemas.microsoft.com/office/drawing/2014/main" id="{38AE7202-646D-6847-9F08-1873756DD55F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93429DA7-C2C4-E54B-A8BF-AAB0792B88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8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B031E1E1-58C5-8A42-8AB1-AC3B3C848960}"/>
              </a:ext>
            </a:extLst>
          </p:cNvPr>
          <p:cNvCxnSpPr>
            <a:cxnSpLocks/>
          </p:cNvCxnSpPr>
          <p:nvPr userDrawn="1"/>
        </p:nvCxnSpPr>
        <p:spPr>
          <a:xfrm>
            <a:off x="229709" y="806006"/>
            <a:ext cx="12227694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709" y="177617"/>
            <a:ext cx="11851415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F29CCA0-75BC-F646-97E5-56E05AC2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B10279-DBF1-614D-8557-8DCFA01F9686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2F5DF8-5D72-AA49-99FF-9E4661606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158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F29CCA0-75BC-F646-97E5-56E05AC2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B10279-DBF1-614D-8557-8DCFA01F9686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2F5DF8-5D72-AA49-99FF-9E4661606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754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482C29-DE1B-304A-8191-DE49C7242F42}"/>
              </a:ext>
            </a:extLst>
          </p:cNvPr>
          <p:cNvSpPr/>
          <p:nvPr userDrawn="1"/>
        </p:nvSpPr>
        <p:spPr>
          <a:xfrm>
            <a:off x="0" y="0"/>
            <a:ext cx="12192000" cy="68769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B031E1E1-58C5-8A42-8AB1-AC3B3C848960}"/>
              </a:ext>
            </a:extLst>
          </p:cNvPr>
          <p:cNvCxnSpPr>
            <a:cxnSpLocks/>
          </p:cNvCxnSpPr>
          <p:nvPr userDrawn="1"/>
        </p:nvCxnSpPr>
        <p:spPr>
          <a:xfrm>
            <a:off x="229709" y="806006"/>
            <a:ext cx="12227694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709" y="177617"/>
            <a:ext cx="11851415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F29CCA0-75BC-F646-97E5-56E05AC2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B10279-DBF1-614D-8557-8DCFA01F9686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2F5DF8-5D72-AA49-99FF-9E4661606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647" y="6354965"/>
            <a:ext cx="838047" cy="5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698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B031E1E1-58C5-8A42-8AB1-AC3B3C848960}"/>
              </a:ext>
            </a:extLst>
          </p:cNvPr>
          <p:cNvCxnSpPr>
            <a:cxnSpLocks/>
          </p:cNvCxnSpPr>
          <p:nvPr userDrawn="1"/>
        </p:nvCxnSpPr>
        <p:spPr>
          <a:xfrm>
            <a:off x="229709" y="806006"/>
            <a:ext cx="12227694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9" name="Title 1">
            <a:extLst>
              <a:ext uri="{FF2B5EF4-FFF2-40B4-BE49-F238E27FC236}">
                <a16:creationId xmlns:a16="http://schemas.microsoft.com/office/drawing/2014/main" id="{1032EACF-6913-9A48-825B-BDE2BC1B7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709" y="177617"/>
            <a:ext cx="10689928" cy="518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36</a:t>
            </a:r>
          </a:p>
        </p:txBody>
      </p:sp>
      <p:sp>
        <p:nvSpPr>
          <p:cNvPr id="203" name="Slide Number Placeholder 3">
            <a:extLst>
              <a:ext uri="{FF2B5EF4-FFF2-40B4-BE49-F238E27FC236}">
                <a16:creationId xmlns:a16="http://schemas.microsoft.com/office/drawing/2014/main" id="{53F7A5A0-C9A0-1948-8C44-E2CAD3F2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809" y="6505334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5AA262F-1C69-4F47-BDBB-495B5D602099}"/>
              </a:ext>
            </a:extLst>
          </p:cNvPr>
          <p:cNvSpPr/>
          <p:nvPr userDrawn="1"/>
        </p:nvSpPr>
        <p:spPr>
          <a:xfrm rot="10800000">
            <a:off x="-6" y="6794679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9619D2-932B-B64D-ADDC-C566F56F22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2835" y="7328"/>
            <a:ext cx="1307948" cy="92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806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021B69-E4D3-E043-9059-F98E7321DFE4}"/>
              </a:ext>
            </a:extLst>
          </p:cNvPr>
          <p:cNvCxnSpPr>
            <a:cxnSpLocks/>
          </p:cNvCxnSpPr>
          <p:nvPr userDrawn="1"/>
        </p:nvCxnSpPr>
        <p:spPr>
          <a:xfrm>
            <a:off x="6801853" y="3721769"/>
            <a:ext cx="5390147" cy="0"/>
          </a:xfrm>
          <a:prstGeom prst="line">
            <a:avLst/>
          </a:prstGeom>
          <a:ln w="38100">
            <a:solidFill>
              <a:srgbClr val="FFD2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B37B91-3355-8E4B-8A06-EB5D1DA9FC1D}"/>
              </a:ext>
            </a:extLst>
          </p:cNvPr>
          <p:cNvCxnSpPr>
            <a:cxnSpLocks/>
          </p:cNvCxnSpPr>
          <p:nvPr userDrawn="1"/>
        </p:nvCxnSpPr>
        <p:spPr>
          <a:xfrm>
            <a:off x="0" y="3721769"/>
            <a:ext cx="2518611" cy="0"/>
          </a:xfrm>
          <a:prstGeom prst="line">
            <a:avLst/>
          </a:prstGeom>
          <a:ln w="38100">
            <a:solidFill>
              <a:srgbClr val="FFD2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26FDF2-933D-1643-AC7D-D1991D460456}"/>
              </a:ext>
            </a:extLst>
          </p:cNvPr>
          <p:cNvGrpSpPr/>
          <p:nvPr userDrawn="1"/>
        </p:nvGrpSpPr>
        <p:grpSpPr>
          <a:xfrm>
            <a:off x="2187224" y="3190509"/>
            <a:ext cx="908902" cy="1062519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3C51F90-A52E-6E41-919A-574AC5F7A152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9" name="Isosceles Triangle 11">
              <a:extLst>
                <a:ext uri="{FF2B5EF4-FFF2-40B4-BE49-F238E27FC236}">
                  <a16:creationId xmlns:a16="http://schemas.microsoft.com/office/drawing/2014/main" id="{EAA3ACD9-0C6B-9D46-B3CC-DBF15330FA00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0" name="Isosceles Triangle 13">
              <a:extLst>
                <a:ext uri="{FF2B5EF4-FFF2-40B4-BE49-F238E27FC236}">
                  <a16:creationId xmlns:a16="http://schemas.microsoft.com/office/drawing/2014/main" id="{D66283FA-6A8C-634E-A835-F40BB102DBD4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0CDE4B-AC21-F846-98BF-A2FFF919C110}"/>
              </a:ext>
            </a:extLst>
          </p:cNvPr>
          <p:cNvGrpSpPr/>
          <p:nvPr userDrawn="1"/>
        </p:nvGrpSpPr>
        <p:grpSpPr>
          <a:xfrm>
            <a:off x="1625751" y="4148459"/>
            <a:ext cx="908902" cy="1062519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67290C9-9452-F744-8620-C325374B9E4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3" name="Isosceles Triangle 11">
              <a:extLst>
                <a:ext uri="{FF2B5EF4-FFF2-40B4-BE49-F238E27FC236}">
                  <a16:creationId xmlns:a16="http://schemas.microsoft.com/office/drawing/2014/main" id="{E30C7866-DC43-1740-B50F-ABD767D170B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4" name="Isosceles Triangle 13">
              <a:extLst>
                <a:ext uri="{FF2B5EF4-FFF2-40B4-BE49-F238E27FC236}">
                  <a16:creationId xmlns:a16="http://schemas.microsoft.com/office/drawing/2014/main" id="{86A6876C-5BF3-344E-BF89-0D834AF8302B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55248E-14A9-5445-B59A-E045C7A5E55B}"/>
              </a:ext>
            </a:extLst>
          </p:cNvPr>
          <p:cNvGrpSpPr/>
          <p:nvPr userDrawn="1"/>
        </p:nvGrpSpPr>
        <p:grpSpPr>
          <a:xfrm>
            <a:off x="1064279" y="5116861"/>
            <a:ext cx="908902" cy="1062519"/>
            <a:chOff x="343167" y="1399356"/>
            <a:chExt cx="3282349" cy="3542242"/>
          </a:xfrm>
          <a:solidFill>
            <a:schemeClr val="bg2">
              <a:lumMod val="75000"/>
            </a:schemeClr>
          </a:solidFill>
          <a:effectLst/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05170F3-7671-B04C-8B94-D56E7204C42E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1" name="Isosceles Triangle 11">
              <a:extLst>
                <a:ext uri="{FF2B5EF4-FFF2-40B4-BE49-F238E27FC236}">
                  <a16:creationId xmlns:a16="http://schemas.microsoft.com/office/drawing/2014/main" id="{5E95FC5F-931E-BB46-8132-4C8C2A1329E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2" name="Isosceles Triangle 13">
              <a:extLst>
                <a:ext uri="{FF2B5EF4-FFF2-40B4-BE49-F238E27FC236}">
                  <a16:creationId xmlns:a16="http://schemas.microsoft.com/office/drawing/2014/main" id="{585EFAF4-A047-7B4F-B580-969954D268A3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D5F7DE-B68F-9846-B518-A0A116080EB7}"/>
              </a:ext>
            </a:extLst>
          </p:cNvPr>
          <p:cNvGrpSpPr/>
          <p:nvPr userDrawn="1"/>
        </p:nvGrpSpPr>
        <p:grpSpPr>
          <a:xfrm>
            <a:off x="10767" y="5135197"/>
            <a:ext cx="908902" cy="1062519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38D2B4B-047B-1442-9C1A-4FB92E68FBE3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5" name="Isosceles Triangle 11">
              <a:extLst>
                <a:ext uri="{FF2B5EF4-FFF2-40B4-BE49-F238E27FC236}">
                  <a16:creationId xmlns:a16="http://schemas.microsoft.com/office/drawing/2014/main" id="{E0A7F1F8-C2A0-9542-9F4C-D3A52AB9FE5C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6" name="Isosceles Triangle 13">
              <a:extLst>
                <a:ext uri="{FF2B5EF4-FFF2-40B4-BE49-F238E27FC236}">
                  <a16:creationId xmlns:a16="http://schemas.microsoft.com/office/drawing/2014/main" id="{48E880BC-EC44-B040-ACF2-3FA451BB4A2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9A3CB3B-F51B-D845-81CB-477AE856B752}"/>
              </a:ext>
            </a:extLst>
          </p:cNvPr>
          <p:cNvGrpSpPr/>
          <p:nvPr userDrawn="1"/>
        </p:nvGrpSpPr>
        <p:grpSpPr>
          <a:xfrm>
            <a:off x="560207" y="4146792"/>
            <a:ext cx="908902" cy="1062519"/>
            <a:chOff x="343167" y="1399356"/>
            <a:chExt cx="3282349" cy="3542242"/>
          </a:xfrm>
          <a:solidFill>
            <a:srgbClr val="1640A3"/>
          </a:solidFill>
          <a:effectLst/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82EDDED-5184-5844-98F5-67EE1133962E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9" name="Isosceles Triangle 11">
              <a:extLst>
                <a:ext uri="{FF2B5EF4-FFF2-40B4-BE49-F238E27FC236}">
                  <a16:creationId xmlns:a16="http://schemas.microsoft.com/office/drawing/2014/main" id="{C28D6F11-8892-DF42-8DBE-6CC2F4367456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0" name="Isosceles Triangle 13">
              <a:extLst>
                <a:ext uri="{FF2B5EF4-FFF2-40B4-BE49-F238E27FC236}">
                  <a16:creationId xmlns:a16="http://schemas.microsoft.com/office/drawing/2014/main" id="{DFBEC562-C901-3D4E-8B04-FF10E01C077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C128698-318A-704C-A014-767D611EAE64}"/>
              </a:ext>
            </a:extLst>
          </p:cNvPr>
          <p:cNvGrpSpPr/>
          <p:nvPr userDrawn="1"/>
        </p:nvGrpSpPr>
        <p:grpSpPr>
          <a:xfrm>
            <a:off x="537523" y="6074811"/>
            <a:ext cx="908902" cy="1062519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5324ACB-0BAC-0A4B-9D01-6BA77F388E6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3" name="Isosceles Triangle 11">
              <a:extLst>
                <a:ext uri="{FF2B5EF4-FFF2-40B4-BE49-F238E27FC236}">
                  <a16:creationId xmlns:a16="http://schemas.microsoft.com/office/drawing/2014/main" id="{0FDADE0C-9543-144B-BFAE-0AB48C73FDF8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4" name="Isosceles Triangle 13">
              <a:extLst>
                <a:ext uri="{FF2B5EF4-FFF2-40B4-BE49-F238E27FC236}">
                  <a16:creationId xmlns:a16="http://schemas.microsoft.com/office/drawing/2014/main" id="{9EB9BF60-A235-014B-BAAF-16045F5AC88A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52C96D25-2DED-8D46-842F-A924F9380E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9503" y="3429000"/>
            <a:ext cx="3562350" cy="614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Edit Master text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ACEC25D-950C-4A47-9F86-041A0EFB86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048" y="-283161"/>
            <a:ext cx="2534653" cy="179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191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151898-5A99-0D48-B140-7335876DE44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021B69-E4D3-E043-9059-F98E7321DFE4}"/>
              </a:ext>
            </a:extLst>
          </p:cNvPr>
          <p:cNvCxnSpPr>
            <a:cxnSpLocks/>
          </p:cNvCxnSpPr>
          <p:nvPr userDrawn="1"/>
        </p:nvCxnSpPr>
        <p:spPr>
          <a:xfrm>
            <a:off x="6801853" y="3721769"/>
            <a:ext cx="5390147" cy="0"/>
          </a:xfrm>
          <a:prstGeom prst="line">
            <a:avLst/>
          </a:prstGeom>
          <a:ln w="38100">
            <a:solidFill>
              <a:srgbClr val="FFD2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B37B91-3355-8E4B-8A06-EB5D1DA9FC1D}"/>
              </a:ext>
            </a:extLst>
          </p:cNvPr>
          <p:cNvCxnSpPr>
            <a:cxnSpLocks/>
          </p:cNvCxnSpPr>
          <p:nvPr userDrawn="1"/>
        </p:nvCxnSpPr>
        <p:spPr>
          <a:xfrm>
            <a:off x="0" y="3721769"/>
            <a:ext cx="2518611" cy="0"/>
          </a:xfrm>
          <a:prstGeom prst="line">
            <a:avLst/>
          </a:prstGeom>
          <a:ln w="38100">
            <a:solidFill>
              <a:srgbClr val="FFD2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26FDF2-933D-1643-AC7D-D1991D460456}"/>
              </a:ext>
            </a:extLst>
          </p:cNvPr>
          <p:cNvGrpSpPr/>
          <p:nvPr userDrawn="1"/>
        </p:nvGrpSpPr>
        <p:grpSpPr>
          <a:xfrm>
            <a:off x="2187224" y="3190509"/>
            <a:ext cx="908902" cy="1062519"/>
            <a:chOff x="343167" y="1399356"/>
            <a:chExt cx="3282349" cy="3542242"/>
          </a:xfrm>
          <a:solidFill>
            <a:schemeClr val="bg1"/>
          </a:solidFill>
          <a:effectLst/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3C51F90-A52E-6E41-919A-574AC5F7A152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9" name="Isosceles Triangle 11">
              <a:extLst>
                <a:ext uri="{FF2B5EF4-FFF2-40B4-BE49-F238E27FC236}">
                  <a16:creationId xmlns:a16="http://schemas.microsoft.com/office/drawing/2014/main" id="{EAA3ACD9-0C6B-9D46-B3CC-DBF15330FA00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0" name="Isosceles Triangle 13">
              <a:extLst>
                <a:ext uri="{FF2B5EF4-FFF2-40B4-BE49-F238E27FC236}">
                  <a16:creationId xmlns:a16="http://schemas.microsoft.com/office/drawing/2014/main" id="{D66283FA-6A8C-634E-A835-F40BB102DBD4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0CDE4B-AC21-F846-98BF-A2FFF919C110}"/>
              </a:ext>
            </a:extLst>
          </p:cNvPr>
          <p:cNvGrpSpPr/>
          <p:nvPr userDrawn="1"/>
        </p:nvGrpSpPr>
        <p:grpSpPr>
          <a:xfrm>
            <a:off x="1625751" y="4148459"/>
            <a:ext cx="908902" cy="1062519"/>
            <a:chOff x="343167" y="1399356"/>
            <a:chExt cx="3282349" cy="3542242"/>
          </a:xfrm>
          <a:solidFill>
            <a:srgbClr val="767171"/>
          </a:solidFill>
          <a:effectLst/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67290C9-9452-F744-8620-C325374B9E4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3" name="Isosceles Triangle 11">
              <a:extLst>
                <a:ext uri="{FF2B5EF4-FFF2-40B4-BE49-F238E27FC236}">
                  <a16:creationId xmlns:a16="http://schemas.microsoft.com/office/drawing/2014/main" id="{E30C7866-DC43-1740-B50F-ABD767D170B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4" name="Isosceles Triangle 13">
              <a:extLst>
                <a:ext uri="{FF2B5EF4-FFF2-40B4-BE49-F238E27FC236}">
                  <a16:creationId xmlns:a16="http://schemas.microsoft.com/office/drawing/2014/main" id="{86A6876C-5BF3-344E-BF89-0D834AF8302B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55248E-14A9-5445-B59A-E045C7A5E55B}"/>
              </a:ext>
            </a:extLst>
          </p:cNvPr>
          <p:cNvGrpSpPr/>
          <p:nvPr userDrawn="1"/>
        </p:nvGrpSpPr>
        <p:grpSpPr>
          <a:xfrm>
            <a:off x="1064279" y="5116861"/>
            <a:ext cx="908902" cy="1062519"/>
            <a:chOff x="343167" y="1399356"/>
            <a:chExt cx="3282349" cy="3542242"/>
          </a:xfrm>
          <a:solidFill>
            <a:srgbClr val="000000"/>
          </a:solidFill>
          <a:effectLst/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05170F3-7671-B04C-8B94-D56E7204C42E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1" name="Isosceles Triangle 11">
              <a:extLst>
                <a:ext uri="{FF2B5EF4-FFF2-40B4-BE49-F238E27FC236}">
                  <a16:creationId xmlns:a16="http://schemas.microsoft.com/office/drawing/2014/main" id="{5E95FC5F-931E-BB46-8132-4C8C2A1329E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2" name="Isosceles Triangle 13">
              <a:extLst>
                <a:ext uri="{FF2B5EF4-FFF2-40B4-BE49-F238E27FC236}">
                  <a16:creationId xmlns:a16="http://schemas.microsoft.com/office/drawing/2014/main" id="{585EFAF4-A047-7B4F-B580-969954D268A3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D5F7DE-B68F-9846-B518-A0A116080EB7}"/>
              </a:ext>
            </a:extLst>
          </p:cNvPr>
          <p:cNvGrpSpPr/>
          <p:nvPr userDrawn="1"/>
        </p:nvGrpSpPr>
        <p:grpSpPr>
          <a:xfrm>
            <a:off x="10767" y="5135197"/>
            <a:ext cx="908902" cy="1062519"/>
            <a:chOff x="343167" y="1399356"/>
            <a:chExt cx="3282349" cy="3542242"/>
          </a:xfrm>
          <a:solidFill>
            <a:srgbClr val="3B3838"/>
          </a:solidFill>
          <a:effectLst/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38D2B4B-047B-1442-9C1A-4FB92E68FBE3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5" name="Isosceles Triangle 11">
              <a:extLst>
                <a:ext uri="{FF2B5EF4-FFF2-40B4-BE49-F238E27FC236}">
                  <a16:creationId xmlns:a16="http://schemas.microsoft.com/office/drawing/2014/main" id="{E0A7F1F8-C2A0-9542-9F4C-D3A52AB9FE5C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6" name="Isosceles Triangle 13">
              <a:extLst>
                <a:ext uri="{FF2B5EF4-FFF2-40B4-BE49-F238E27FC236}">
                  <a16:creationId xmlns:a16="http://schemas.microsoft.com/office/drawing/2014/main" id="{48E880BC-EC44-B040-ACF2-3FA451BB4A2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9A3CB3B-F51B-D845-81CB-477AE856B752}"/>
              </a:ext>
            </a:extLst>
          </p:cNvPr>
          <p:cNvGrpSpPr/>
          <p:nvPr userDrawn="1"/>
        </p:nvGrpSpPr>
        <p:grpSpPr>
          <a:xfrm>
            <a:off x="560207" y="4146792"/>
            <a:ext cx="908902" cy="1062519"/>
            <a:chOff x="343167" y="1399356"/>
            <a:chExt cx="3282349" cy="3542242"/>
          </a:xfrm>
          <a:solidFill>
            <a:srgbClr val="1640A3"/>
          </a:solidFill>
          <a:effectLst/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82EDDED-5184-5844-98F5-67EE1133962E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9" name="Isosceles Triangle 11">
              <a:extLst>
                <a:ext uri="{FF2B5EF4-FFF2-40B4-BE49-F238E27FC236}">
                  <a16:creationId xmlns:a16="http://schemas.microsoft.com/office/drawing/2014/main" id="{C28D6F11-8892-DF42-8DBE-6CC2F4367456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0" name="Isosceles Triangle 13">
              <a:extLst>
                <a:ext uri="{FF2B5EF4-FFF2-40B4-BE49-F238E27FC236}">
                  <a16:creationId xmlns:a16="http://schemas.microsoft.com/office/drawing/2014/main" id="{DFBEC562-C901-3D4E-8B04-FF10E01C077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C128698-318A-704C-A014-767D611EAE64}"/>
              </a:ext>
            </a:extLst>
          </p:cNvPr>
          <p:cNvGrpSpPr/>
          <p:nvPr userDrawn="1"/>
        </p:nvGrpSpPr>
        <p:grpSpPr>
          <a:xfrm>
            <a:off x="537523" y="6074811"/>
            <a:ext cx="908902" cy="1062519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5324ACB-0BAC-0A4B-9D01-6BA77F388E6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3" name="Isosceles Triangle 11">
              <a:extLst>
                <a:ext uri="{FF2B5EF4-FFF2-40B4-BE49-F238E27FC236}">
                  <a16:creationId xmlns:a16="http://schemas.microsoft.com/office/drawing/2014/main" id="{0FDADE0C-9543-144B-BFAE-0AB48C73FDF8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4" name="Isosceles Triangle 13">
              <a:extLst>
                <a:ext uri="{FF2B5EF4-FFF2-40B4-BE49-F238E27FC236}">
                  <a16:creationId xmlns:a16="http://schemas.microsoft.com/office/drawing/2014/main" id="{9EB9BF60-A235-014B-BAAF-16045F5AC88A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52C96D25-2DED-8D46-842F-A924F9380E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9503" y="3429000"/>
            <a:ext cx="3562350" cy="614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Edit Master text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A53711C-62F9-2D48-AE97-8F6C608732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048" y="-283161"/>
            <a:ext cx="2534653" cy="179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532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151898-5A99-0D48-B140-7335876DE44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021B69-E4D3-E043-9059-F98E7321DFE4}"/>
              </a:ext>
            </a:extLst>
          </p:cNvPr>
          <p:cNvCxnSpPr>
            <a:cxnSpLocks/>
          </p:cNvCxnSpPr>
          <p:nvPr userDrawn="1"/>
        </p:nvCxnSpPr>
        <p:spPr>
          <a:xfrm>
            <a:off x="6801853" y="3721769"/>
            <a:ext cx="539014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B37B91-3355-8E4B-8A06-EB5D1DA9FC1D}"/>
              </a:ext>
            </a:extLst>
          </p:cNvPr>
          <p:cNvCxnSpPr>
            <a:cxnSpLocks/>
          </p:cNvCxnSpPr>
          <p:nvPr userDrawn="1"/>
        </p:nvCxnSpPr>
        <p:spPr>
          <a:xfrm>
            <a:off x="0" y="3721769"/>
            <a:ext cx="251861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26FDF2-933D-1643-AC7D-D1991D460456}"/>
              </a:ext>
            </a:extLst>
          </p:cNvPr>
          <p:cNvGrpSpPr/>
          <p:nvPr userDrawn="1"/>
        </p:nvGrpSpPr>
        <p:grpSpPr>
          <a:xfrm>
            <a:off x="2187224" y="3190509"/>
            <a:ext cx="908902" cy="1062519"/>
            <a:chOff x="343167" y="1399356"/>
            <a:chExt cx="3282349" cy="3542242"/>
          </a:xfrm>
          <a:solidFill>
            <a:schemeClr val="bg1"/>
          </a:solidFill>
          <a:effectLst/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3C51F90-A52E-6E41-919A-574AC5F7A152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39" name="Isosceles Triangle 11">
              <a:extLst>
                <a:ext uri="{FF2B5EF4-FFF2-40B4-BE49-F238E27FC236}">
                  <a16:creationId xmlns:a16="http://schemas.microsoft.com/office/drawing/2014/main" id="{EAA3ACD9-0C6B-9D46-B3CC-DBF15330FA00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0" name="Isosceles Triangle 13">
              <a:extLst>
                <a:ext uri="{FF2B5EF4-FFF2-40B4-BE49-F238E27FC236}">
                  <a16:creationId xmlns:a16="http://schemas.microsoft.com/office/drawing/2014/main" id="{D66283FA-6A8C-634E-A835-F40BB102DBD4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0CDE4B-AC21-F846-98BF-A2FFF919C110}"/>
              </a:ext>
            </a:extLst>
          </p:cNvPr>
          <p:cNvGrpSpPr/>
          <p:nvPr userDrawn="1"/>
        </p:nvGrpSpPr>
        <p:grpSpPr>
          <a:xfrm>
            <a:off x="1625751" y="4148459"/>
            <a:ext cx="908902" cy="1062519"/>
            <a:chOff x="343167" y="1399356"/>
            <a:chExt cx="3282349" cy="3542242"/>
          </a:xfrm>
          <a:solidFill>
            <a:schemeClr val="bg2">
              <a:lumMod val="50000"/>
            </a:schemeClr>
          </a:solidFill>
          <a:effectLst/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67290C9-9452-F744-8620-C325374B9E4F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3" name="Isosceles Triangle 11">
              <a:extLst>
                <a:ext uri="{FF2B5EF4-FFF2-40B4-BE49-F238E27FC236}">
                  <a16:creationId xmlns:a16="http://schemas.microsoft.com/office/drawing/2014/main" id="{E30C7866-DC43-1740-B50F-ABD767D170B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4" name="Isosceles Triangle 13">
              <a:extLst>
                <a:ext uri="{FF2B5EF4-FFF2-40B4-BE49-F238E27FC236}">
                  <a16:creationId xmlns:a16="http://schemas.microsoft.com/office/drawing/2014/main" id="{86A6876C-5BF3-344E-BF89-0D834AF8302B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55248E-14A9-5445-B59A-E045C7A5E55B}"/>
              </a:ext>
            </a:extLst>
          </p:cNvPr>
          <p:cNvGrpSpPr/>
          <p:nvPr userDrawn="1"/>
        </p:nvGrpSpPr>
        <p:grpSpPr>
          <a:xfrm>
            <a:off x="1064279" y="5116861"/>
            <a:ext cx="908902" cy="1062519"/>
            <a:chOff x="343167" y="1399356"/>
            <a:chExt cx="3282349" cy="3542242"/>
          </a:xfrm>
          <a:solidFill>
            <a:schemeClr val="tx1"/>
          </a:solidFill>
          <a:effectLst/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05170F3-7671-B04C-8B94-D56E7204C42E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1" name="Isosceles Triangle 11">
              <a:extLst>
                <a:ext uri="{FF2B5EF4-FFF2-40B4-BE49-F238E27FC236}">
                  <a16:creationId xmlns:a16="http://schemas.microsoft.com/office/drawing/2014/main" id="{5E95FC5F-931E-BB46-8132-4C8C2A1329E9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2" name="Isosceles Triangle 13">
              <a:extLst>
                <a:ext uri="{FF2B5EF4-FFF2-40B4-BE49-F238E27FC236}">
                  <a16:creationId xmlns:a16="http://schemas.microsoft.com/office/drawing/2014/main" id="{585EFAF4-A047-7B4F-B580-969954D268A3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D5F7DE-B68F-9846-B518-A0A116080EB7}"/>
              </a:ext>
            </a:extLst>
          </p:cNvPr>
          <p:cNvGrpSpPr/>
          <p:nvPr userDrawn="1"/>
        </p:nvGrpSpPr>
        <p:grpSpPr>
          <a:xfrm>
            <a:off x="10767" y="5135197"/>
            <a:ext cx="908902" cy="1062519"/>
            <a:chOff x="343167" y="1399356"/>
            <a:chExt cx="3282349" cy="3542242"/>
          </a:xfrm>
          <a:solidFill>
            <a:schemeClr val="bg2">
              <a:lumMod val="25000"/>
            </a:schemeClr>
          </a:solidFill>
          <a:effectLst/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38D2B4B-047B-1442-9C1A-4FB92E68FBE3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5" name="Isosceles Triangle 11">
              <a:extLst>
                <a:ext uri="{FF2B5EF4-FFF2-40B4-BE49-F238E27FC236}">
                  <a16:creationId xmlns:a16="http://schemas.microsoft.com/office/drawing/2014/main" id="{E0A7F1F8-C2A0-9542-9F4C-D3A52AB9FE5C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6" name="Isosceles Triangle 13">
              <a:extLst>
                <a:ext uri="{FF2B5EF4-FFF2-40B4-BE49-F238E27FC236}">
                  <a16:creationId xmlns:a16="http://schemas.microsoft.com/office/drawing/2014/main" id="{48E880BC-EC44-B040-ACF2-3FA451BB4A2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9A3CB3B-F51B-D845-81CB-477AE856B752}"/>
              </a:ext>
            </a:extLst>
          </p:cNvPr>
          <p:cNvGrpSpPr/>
          <p:nvPr userDrawn="1"/>
        </p:nvGrpSpPr>
        <p:grpSpPr>
          <a:xfrm>
            <a:off x="560207" y="4146792"/>
            <a:ext cx="908902" cy="1062519"/>
            <a:chOff x="343167" y="1399356"/>
            <a:chExt cx="3282349" cy="3542242"/>
          </a:xfrm>
          <a:solidFill>
            <a:srgbClr val="1640A3"/>
          </a:solidFill>
          <a:effectLst/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82EDDED-5184-5844-98F5-67EE1133962E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9" name="Isosceles Triangle 11">
              <a:extLst>
                <a:ext uri="{FF2B5EF4-FFF2-40B4-BE49-F238E27FC236}">
                  <a16:creationId xmlns:a16="http://schemas.microsoft.com/office/drawing/2014/main" id="{C28D6F11-8892-DF42-8DBE-6CC2F4367456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0" name="Isosceles Triangle 13">
              <a:extLst>
                <a:ext uri="{FF2B5EF4-FFF2-40B4-BE49-F238E27FC236}">
                  <a16:creationId xmlns:a16="http://schemas.microsoft.com/office/drawing/2014/main" id="{DFBEC562-C901-3D4E-8B04-FF10E01C0772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C128698-318A-704C-A014-767D611EAE64}"/>
              </a:ext>
            </a:extLst>
          </p:cNvPr>
          <p:cNvGrpSpPr/>
          <p:nvPr userDrawn="1"/>
        </p:nvGrpSpPr>
        <p:grpSpPr>
          <a:xfrm>
            <a:off x="537523" y="6074811"/>
            <a:ext cx="908902" cy="1062519"/>
            <a:chOff x="343167" y="1399356"/>
            <a:chExt cx="3282349" cy="3542242"/>
          </a:xfrm>
          <a:solidFill>
            <a:schemeClr val="bg2">
              <a:lumMod val="90000"/>
            </a:schemeClr>
          </a:solidFill>
          <a:effectLst/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5324ACB-0BAC-0A4B-9D01-6BA77F388E68}"/>
                </a:ext>
              </a:extLst>
            </p:cNvPr>
            <p:cNvSpPr/>
            <p:nvPr/>
          </p:nvSpPr>
          <p:spPr>
            <a:xfrm>
              <a:off x="343168" y="2096582"/>
              <a:ext cx="3282348" cy="21545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3" name="Isosceles Triangle 11">
              <a:extLst>
                <a:ext uri="{FF2B5EF4-FFF2-40B4-BE49-F238E27FC236}">
                  <a16:creationId xmlns:a16="http://schemas.microsoft.com/office/drawing/2014/main" id="{0FDADE0C-9543-144B-BFAE-0AB48C73FDF8}"/>
                </a:ext>
              </a:extLst>
            </p:cNvPr>
            <p:cNvSpPr/>
            <p:nvPr/>
          </p:nvSpPr>
          <p:spPr>
            <a:xfrm>
              <a:off x="343167" y="1399356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4" name="Isosceles Triangle 13">
              <a:extLst>
                <a:ext uri="{FF2B5EF4-FFF2-40B4-BE49-F238E27FC236}">
                  <a16:creationId xmlns:a16="http://schemas.microsoft.com/office/drawing/2014/main" id="{9EB9BF60-A235-014B-BAAF-16045F5AC88A}"/>
                </a:ext>
              </a:extLst>
            </p:cNvPr>
            <p:cNvSpPr/>
            <p:nvPr/>
          </p:nvSpPr>
          <p:spPr>
            <a:xfrm rot="10800000">
              <a:off x="343167" y="4244373"/>
              <a:ext cx="3282348" cy="697225"/>
            </a:xfrm>
            <a:prstGeom prst="triangle">
              <a:avLst>
                <a:gd name="adj" fmla="val 4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52C96D25-2DED-8D46-842F-A924F9380E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9503" y="3429000"/>
            <a:ext cx="3562350" cy="614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Edit Master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C7F35-B93F-BF4A-8D62-9F30A781F0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048" y="-283161"/>
            <a:ext cx="2534653" cy="179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38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mplateCover.jpg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 bwMode="auto">
          <a:xfrm>
            <a:off x="0" y="1"/>
            <a:ext cx="12192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stanley-black-and-decker-logo1.png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-23282" y="354213"/>
            <a:ext cx="4453468" cy="56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-10584" y="6172201"/>
            <a:ext cx="12213168" cy="685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6353179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03"/>
            <a:ext cx="10769600" cy="616437"/>
          </a:xfrm>
          <a:prstGeom prst="rect">
            <a:avLst/>
          </a:prstGeom>
        </p:spPr>
        <p:txBody>
          <a:bodyPr/>
          <a:lstStyle>
            <a:lvl1pPr algn="l">
              <a:defRPr sz="2398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609600" y="1297373"/>
            <a:ext cx="10972800" cy="4466264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 pitchFamily="34" charset="0"/>
                <a:cs typeface="Arial" pitchFamily="34" charset="0"/>
              </a:defRPr>
            </a:lvl1pPr>
            <a:lvl2pPr algn="l">
              <a:defRPr>
                <a:latin typeface="Arial" pitchFamily="34" charset="0"/>
                <a:cs typeface="Arial" pitchFamily="34" charset="0"/>
              </a:defRPr>
            </a:lvl2pPr>
            <a:lvl3pPr algn="l">
              <a:defRPr>
                <a:latin typeface="Arial" pitchFamily="34" charset="0"/>
                <a:cs typeface="Arial" pitchFamily="34" charset="0"/>
              </a:defRPr>
            </a:lvl3pPr>
            <a:lvl4pPr algn="l">
              <a:defRPr>
                <a:latin typeface="Arial" pitchFamily="34" charset="0"/>
                <a:cs typeface="Arial" pitchFamily="34" charset="0"/>
              </a:defRPr>
            </a:lvl4pPr>
            <a:lvl5pPr algn="l"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449372" y="6477000"/>
            <a:ext cx="524093" cy="301346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4348F35-18D3-41DB-BC3D-8BA142A4D5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64854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03"/>
            <a:ext cx="10972800" cy="454099"/>
          </a:xfrm>
          <a:prstGeom prst="rect">
            <a:avLst/>
          </a:prstGeom>
        </p:spPr>
        <p:txBody>
          <a:bodyPr/>
          <a:lstStyle>
            <a:lvl1pPr algn="l">
              <a:defRPr sz="2398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1892"/>
            <a:ext cx="5384800" cy="3394074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None/>
              <a:defRPr sz="2797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None/>
              <a:defRPr sz="2398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None/>
              <a:defRPr sz="1998">
                <a:latin typeface="Arial" pitchFamily="34" charset="0"/>
                <a:cs typeface="Arial" pitchFamily="34" charset="0"/>
              </a:defRPr>
            </a:lvl3pPr>
            <a:lvl4pPr>
              <a:buFont typeface="Arial" pitchFamily="34" charset="0"/>
              <a:buNone/>
              <a:defRPr sz="1798"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None/>
              <a:defRPr sz="1798">
                <a:latin typeface="Arial" pitchFamily="34" charset="0"/>
                <a:cs typeface="Arial" pitchFamily="34" charset="0"/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1892"/>
            <a:ext cx="5384800" cy="3394074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None/>
              <a:defRPr sz="2797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None/>
              <a:defRPr sz="2398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None/>
              <a:defRPr sz="1998">
                <a:latin typeface="Arial" pitchFamily="34" charset="0"/>
                <a:cs typeface="Arial" pitchFamily="34" charset="0"/>
              </a:defRPr>
            </a:lvl3pPr>
            <a:lvl4pPr>
              <a:buFont typeface="Arial" pitchFamily="34" charset="0"/>
              <a:buNone/>
              <a:defRPr sz="1798"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None/>
              <a:defRPr sz="1798">
                <a:latin typeface="Arial" pitchFamily="34" charset="0"/>
                <a:cs typeface="Arial" pitchFamily="34" charset="0"/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449372" y="6480454"/>
            <a:ext cx="524093" cy="301346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4348F35-18D3-41DB-BC3D-8BA142A4D5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759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/>
            </a:pPr>
            <a:endParaRPr lang="en-US" dirty="0">
              <a:latin typeface="Arial"/>
            </a:endParaRPr>
          </a:p>
        </p:txBody>
      </p:sp>
      <p:grpSp>
        <p:nvGrpSpPr>
          <p:cNvPr id="12" name="Group 20"/>
          <p:cNvGrpSpPr>
            <a:grpSpLocks/>
          </p:cNvGrpSpPr>
          <p:nvPr/>
        </p:nvGrpSpPr>
        <p:grpSpPr bwMode="auto">
          <a:xfrm>
            <a:off x="0" y="609600"/>
            <a:ext cx="12192000" cy="114194"/>
            <a:chOff x="441214" y="675669"/>
            <a:chExt cx="8702786" cy="85120"/>
          </a:xfrm>
        </p:grpSpPr>
        <p:pic>
          <p:nvPicPr>
            <p:cNvPr id="13" name="Picture 10"/>
            <p:cNvPicPr>
              <a:picLocks noChangeAspect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441214" y="675669"/>
              <a:ext cx="7059424" cy="85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11"/>
            <p:cNvPicPr>
              <a:picLocks noChangeAspect="1"/>
            </p:cNvPicPr>
            <p:nvPr/>
          </p:nvPicPr>
          <p:blipFill>
            <a:blip r:embed="rId3" cstate="email"/>
            <a:srcRect/>
            <a:stretch>
              <a:fillRect/>
            </a:stretch>
          </p:blipFill>
          <p:spPr bwMode="auto">
            <a:xfrm>
              <a:off x="7378186" y="675669"/>
              <a:ext cx="1765814" cy="85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0" y="-22204"/>
            <a:ext cx="11826240" cy="631806"/>
          </a:xfrm>
          <a:prstGeom prst="rect">
            <a:avLst/>
          </a:prstGeom>
        </p:spPr>
        <p:txBody>
          <a:bodyPr anchor="ctr"/>
          <a:lstStyle>
            <a:lvl1pPr algn="l">
              <a:defRPr sz="2398" b="1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Content Placeholder 5"/>
          <p:cNvSpPr>
            <a:spLocks noGrp="1"/>
          </p:cNvSpPr>
          <p:nvPr>
            <p:ph sz="quarter" idx="12"/>
          </p:nvPr>
        </p:nvSpPr>
        <p:spPr>
          <a:xfrm>
            <a:off x="172157" y="1246623"/>
            <a:ext cx="11826240" cy="4412338"/>
          </a:xfrm>
          <a:prstGeom prst="rect">
            <a:avLst/>
          </a:prstGeom>
        </p:spPr>
        <p:txBody>
          <a:bodyPr/>
          <a:lstStyle>
            <a:lvl1pPr algn="l">
              <a:buClr>
                <a:schemeClr val="accent2"/>
              </a:buClr>
              <a:defRPr b="1">
                <a:solidFill>
                  <a:schemeClr val="bg1"/>
                </a:solidFill>
                <a:latin typeface="Arial"/>
              </a:defRPr>
            </a:lvl1pPr>
            <a:lvl2pPr marL="628069" indent="-171292" algn="l">
              <a:buClr>
                <a:schemeClr val="accent2"/>
              </a:buClr>
              <a:buFont typeface="Calibri" panose="020F0502020204030204" pitchFamily="34" charset="0"/>
              <a:buChar char="»"/>
              <a:defRPr>
                <a:solidFill>
                  <a:schemeClr val="bg1"/>
                </a:solidFill>
                <a:latin typeface="Arial"/>
              </a:defRPr>
            </a:lvl2pPr>
            <a:lvl3pPr marL="1027748" indent="-114194" algn="l">
              <a:buClr>
                <a:schemeClr val="accent2"/>
              </a:buClr>
              <a:buFont typeface="Times New Roman" panose="02020603050405020304" pitchFamily="18" charset="0"/>
              <a:buChar char="-"/>
              <a:defRPr>
                <a:solidFill>
                  <a:schemeClr val="bg1"/>
                </a:solidFill>
                <a:latin typeface="Arial"/>
              </a:defRPr>
            </a:lvl3pPr>
            <a:lvl4pPr marL="1598720" indent="-228389" algn="l">
              <a:buClr>
                <a:schemeClr val="accent2"/>
              </a:buClr>
              <a:buFont typeface="Wingdings" panose="05000000000000000000" pitchFamily="2" charset="2"/>
              <a:buChar char=""/>
              <a:defRPr>
                <a:solidFill>
                  <a:schemeClr val="bg1"/>
                </a:solidFill>
                <a:latin typeface="Arial"/>
              </a:defRPr>
            </a:lvl4pPr>
            <a:lvl5pPr algn="l">
              <a:buClr>
                <a:schemeClr val="accent2"/>
              </a:buClr>
              <a:defRPr>
                <a:solidFill>
                  <a:schemeClr val="bg1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449372" y="6480454"/>
            <a:ext cx="524093" cy="301346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4348F35-18D3-41DB-BC3D-8BA142A4D5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286855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1902"/>
            <a:ext cx="10769600" cy="616437"/>
          </a:xfrm>
          <a:prstGeom prst="rect">
            <a:avLst/>
          </a:prstGeom>
        </p:spPr>
        <p:txBody>
          <a:bodyPr/>
          <a:lstStyle>
            <a:lvl1pPr algn="l">
              <a:defRPr sz="2398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609600" y="1297373"/>
            <a:ext cx="10972800" cy="4466264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 pitchFamily="34" charset="0"/>
                <a:cs typeface="Arial" pitchFamily="34" charset="0"/>
              </a:defRPr>
            </a:lvl1pPr>
            <a:lvl2pPr algn="l">
              <a:defRPr>
                <a:latin typeface="Arial" pitchFamily="34" charset="0"/>
                <a:cs typeface="Arial" pitchFamily="34" charset="0"/>
              </a:defRPr>
            </a:lvl2pPr>
            <a:lvl3pPr algn="l">
              <a:defRPr>
                <a:latin typeface="Arial" pitchFamily="34" charset="0"/>
                <a:cs typeface="Arial" pitchFamily="34" charset="0"/>
              </a:defRPr>
            </a:lvl3pPr>
            <a:lvl4pPr algn="l">
              <a:defRPr>
                <a:latin typeface="Arial" pitchFamily="34" charset="0"/>
                <a:cs typeface="Arial" pitchFamily="34" charset="0"/>
              </a:defRPr>
            </a:lvl4pPr>
            <a:lvl5pPr algn="l"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449372" y="6477000"/>
            <a:ext cx="524093" cy="301346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4348F35-18D3-41DB-BC3D-8BA142A4D5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302278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03"/>
            <a:ext cx="10972800" cy="530300"/>
          </a:xfrm>
          <a:prstGeom prst="rect">
            <a:avLst/>
          </a:prstGeom>
        </p:spPr>
        <p:txBody>
          <a:bodyPr/>
          <a:lstStyle>
            <a:lvl1pPr algn="l">
              <a:defRPr sz="2398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007916"/>
            <a:ext cx="5384800" cy="3394074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None/>
              <a:defRPr sz="2797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None/>
              <a:defRPr sz="2398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None/>
              <a:defRPr sz="1998">
                <a:latin typeface="Arial" pitchFamily="34" charset="0"/>
                <a:cs typeface="Arial" pitchFamily="34" charset="0"/>
              </a:defRPr>
            </a:lvl3pPr>
            <a:lvl4pPr>
              <a:buFont typeface="Arial" pitchFamily="34" charset="0"/>
              <a:buNone/>
              <a:defRPr sz="1798"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None/>
              <a:defRPr sz="1798">
                <a:latin typeface="Arial" pitchFamily="34" charset="0"/>
                <a:cs typeface="Arial" pitchFamily="34" charset="0"/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007916"/>
            <a:ext cx="5384800" cy="3394074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None/>
              <a:defRPr sz="2797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None/>
              <a:defRPr sz="2398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None/>
              <a:defRPr sz="1998">
                <a:latin typeface="Arial" pitchFamily="34" charset="0"/>
                <a:cs typeface="Arial" pitchFamily="34" charset="0"/>
              </a:defRPr>
            </a:lvl3pPr>
            <a:lvl4pPr>
              <a:buFont typeface="Arial" pitchFamily="34" charset="0"/>
              <a:buNone/>
              <a:defRPr sz="1798"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None/>
              <a:defRPr sz="1798">
                <a:latin typeface="Arial" pitchFamily="34" charset="0"/>
                <a:cs typeface="Arial" pitchFamily="34" charset="0"/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449372" y="6480454"/>
            <a:ext cx="524093" cy="301346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4348F35-18D3-41DB-BC3D-8BA142A4D5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60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1"/>
            <a:ext cx="12192000" cy="6858000"/>
            <a:chOff x="0" y="0"/>
            <a:chExt cx="9144000" cy="6858000"/>
          </a:xfrm>
        </p:grpSpPr>
        <p:pic>
          <p:nvPicPr>
            <p:cNvPr id="4" name="Picture 3" descr="PPT_template_new TY slide.png"/>
            <p:cNvPicPr>
              <a:picLocks noChangeAspect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>
            <a:xfrm>
              <a:off x="0" y="838200"/>
              <a:ext cx="9144000" cy="6019800"/>
            </a:xfrm>
            <a:prstGeom prst="rect">
              <a:avLst/>
            </a:prstGeom>
          </p:spPr>
        </p:pic>
        <p:pic>
          <p:nvPicPr>
            <p:cNvPr id="5" name="Picture 4" descr="PPT_template_new TY slide.png"/>
            <p:cNvPicPr>
              <a:picLocks noChangeAspect="1"/>
            </p:cNvPicPr>
            <p:nvPr/>
          </p:nvPicPr>
          <p:blipFill>
            <a:blip r:embed="rId3" cstate="email"/>
            <a:srcRect/>
            <a:stretch>
              <a:fillRect/>
            </a:stretch>
          </p:blipFill>
          <p:spPr>
            <a:xfrm>
              <a:off x="0" y="0"/>
              <a:ext cx="9144000" cy="11430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461433" y="812050"/>
            <a:ext cx="5825067" cy="76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5677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96" b="1" dirty="0">
                <a:solidFill>
                  <a:srgbClr val="FFD2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rPr>
              <a:t>THANK YOU!</a:t>
            </a:r>
            <a:endParaRPr lang="en-US" b="1" dirty="0">
              <a:solidFill>
                <a:srgbClr val="FFD20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5562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2 Heading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11320253" y="6507167"/>
            <a:ext cx="0" cy="1095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107187" tIns="53593" rIns="107187" bIns="53593" anchor="ctr"/>
          <a:lstStyle/>
          <a:p>
            <a:pPr>
              <a:defRPr/>
            </a:pPr>
            <a:endParaRPr lang="en-US" sz="1199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1251" y="169863"/>
            <a:ext cx="11328400" cy="437784"/>
          </a:xfrm>
          <a:prstGeom prst="rect">
            <a:avLst/>
          </a:prstGeom>
        </p:spPr>
        <p:txBody>
          <a:bodyPr lIns="107287" tIns="53643" rIns="107287" bIns="53643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899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7996469" cy="1143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197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32238A-4FED-46C1-8231-41F5F772C7D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idx="1" hasCustomPrompt="1"/>
          </p:nvPr>
        </p:nvSpPr>
        <p:spPr>
          <a:xfrm>
            <a:off x="335360" y="1340768"/>
            <a:ext cx="11247040" cy="478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>
              <a:buClr>
                <a:srgbClr val="FF0000"/>
              </a:buClr>
              <a:buFont typeface="Wingdings" pitchFamily="2" charset="2"/>
              <a:buChar char="§"/>
              <a:defRPr/>
            </a:lvl1pPr>
            <a:lvl2pPr>
              <a:buClr>
                <a:srgbClr val="FF0000"/>
              </a:buClr>
              <a:buFont typeface="Wingdings" pitchFamily="2" charset="2"/>
              <a:buChar char="§"/>
              <a:defRPr/>
            </a:lvl2pPr>
            <a:lvl3pPr marL="1798335" algn="just">
              <a:spcBef>
                <a:spcPts val="599"/>
              </a:spcBef>
              <a:buClr>
                <a:srgbClr val="FF0000"/>
              </a:buClr>
              <a:buFont typeface="Wingdings" pitchFamily="2" charset="2"/>
              <a:buChar char="§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 err="1"/>
              <a:t>Cliquez</a:t>
            </a:r>
            <a:r>
              <a:rPr lang="en-US" noProof="0" dirty="0"/>
              <a:t> pour 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lvl="2"/>
            <a:r>
              <a:rPr lang="en-US" noProof="0" dirty="0" err="1"/>
              <a:t>Deuxième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Troisième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26700843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7568" y="184153"/>
            <a:ext cx="6637867" cy="4365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0809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4"/>
          <p:cNvSpPr>
            <a:spLocks noChangeArrowheads="1"/>
          </p:cNvSpPr>
          <p:nvPr/>
        </p:nvSpPr>
        <p:spPr bwMode="auto">
          <a:xfrm>
            <a:off x="0" y="0"/>
            <a:ext cx="12192000" cy="636896"/>
          </a:xfrm>
          <a:prstGeom prst="rect">
            <a:avLst/>
          </a:prstGeom>
          <a:solidFill>
            <a:schemeClr val="tx1"/>
          </a:solidFill>
          <a:ln w="53975">
            <a:noFill/>
            <a:miter lim="800000"/>
            <a:headEnd/>
            <a:tailEnd/>
          </a:ln>
        </p:spPr>
        <p:txBody>
          <a:bodyPr lIns="85148" tIns="42575" rIns="85148" bIns="42575" anchor="ctr"/>
          <a:lstStyle/>
          <a:p>
            <a:pPr algn="ctr" defTabSz="85169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797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560696"/>
            <a:ext cx="12192000" cy="1524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7" name="Picture 10" descr="SBD_h_rgb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02" y="78096"/>
            <a:ext cx="344170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57085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mplateCov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1"/>
            <a:ext cx="12192000" cy="6851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0584" y="6075561"/>
            <a:ext cx="12213168" cy="78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7441147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5112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11320253" y="6507166"/>
            <a:ext cx="0" cy="109537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332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449372" y="6411120"/>
            <a:ext cx="524093" cy="301625"/>
          </a:xfrm>
          <a:prstGeom prst="rect">
            <a:avLst/>
          </a:prstGeom>
        </p:spPr>
        <p:txBody>
          <a:bodyPr anchor="ctr"/>
          <a:lstStyle>
            <a:lvl1pPr>
              <a:defRPr sz="1199">
                <a:solidFill>
                  <a:schemeClr val="accent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4348F35-18D3-41DB-BC3D-8BA142A4D5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54" y="160838"/>
            <a:ext cx="1363337" cy="350823"/>
          </a:xfrm>
          <a:prstGeom prst="rect">
            <a:avLst/>
          </a:prstGeom>
        </p:spPr>
      </p:pic>
      <p:sp>
        <p:nvSpPr>
          <p:cNvPr id="9" name="Title 2"/>
          <p:cNvSpPr txBox="1">
            <a:spLocks/>
          </p:cNvSpPr>
          <p:nvPr/>
        </p:nvSpPr>
        <p:spPr>
          <a:xfrm>
            <a:off x="2032000" y="180975"/>
            <a:ext cx="9804400" cy="8382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2400" b="1" i="0" kern="1200" smtClean="0">
                <a:solidFill>
                  <a:schemeClr val="accent2"/>
                </a:solidFill>
                <a:latin typeface="Arial" pitchFamily="34" charset="0"/>
                <a:ea typeface="ＭＳ Ｐゴシック" charset="-128"/>
                <a:cs typeface="Arial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9pPr>
          </a:lstStyle>
          <a:p>
            <a:endParaRPr lang="en-US" sz="3197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032000" y="176185"/>
            <a:ext cx="9804400" cy="838200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279021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0" y="1"/>
            <a:ext cx="12192000" cy="685800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07" tIns="60904" rIns="121807" bIns="60904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197" dirty="0">
              <a:solidFill>
                <a:srgbClr val="000000"/>
              </a:solidFill>
              <a:latin typeface="Times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" t="11370" r="39768" b="22616"/>
          <a:stretch/>
        </p:blipFill>
        <p:spPr bwMode="auto">
          <a:xfrm>
            <a:off x="4106481" y="-1"/>
            <a:ext cx="808552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 bwMode="auto">
          <a:xfrm>
            <a:off x="-12700" y="1"/>
            <a:ext cx="12192000" cy="6858001"/>
          </a:xfrm>
          <a:prstGeom prst="rect">
            <a:avLst/>
          </a:prstGeom>
          <a:solidFill>
            <a:srgbClr val="C0C0C0">
              <a:alpha val="61176"/>
            </a:srgb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07" tIns="60904" rIns="121807" bIns="60904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197" dirty="0">
              <a:solidFill>
                <a:srgbClr val="000000"/>
              </a:solidFill>
              <a:latin typeface="Times" charset="0"/>
            </a:endParaRPr>
          </a:p>
        </p:txBody>
      </p:sp>
      <p:sp>
        <p:nvSpPr>
          <p:cNvPr id="12" name="Freeform 11"/>
          <p:cNvSpPr/>
          <p:nvPr/>
        </p:nvSpPr>
        <p:spPr bwMode="auto">
          <a:xfrm>
            <a:off x="4204139" y="-357"/>
            <a:ext cx="7987863" cy="6858358"/>
          </a:xfrm>
          <a:custGeom>
            <a:avLst/>
            <a:gdLst>
              <a:gd name="connsiteX0" fmla="*/ 2885090 w 5990897"/>
              <a:gd name="connsiteY0" fmla="*/ 0 h 5186856"/>
              <a:gd name="connsiteX1" fmla="*/ 0 w 5990897"/>
              <a:gd name="connsiteY1" fmla="*/ 5186856 h 5186856"/>
              <a:gd name="connsiteX2" fmla="*/ 5990897 w 5990897"/>
              <a:gd name="connsiteY2" fmla="*/ 5186856 h 5186856"/>
              <a:gd name="connsiteX3" fmla="*/ 5990897 w 5990897"/>
              <a:gd name="connsiteY3" fmla="*/ 15766 h 5186856"/>
              <a:gd name="connsiteX4" fmla="*/ 2885090 w 5990897"/>
              <a:gd name="connsiteY4" fmla="*/ 0 h 5186856"/>
              <a:gd name="connsiteX0" fmla="*/ 2885090 w 5990897"/>
              <a:gd name="connsiteY0" fmla="*/ 271 h 5187127"/>
              <a:gd name="connsiteX1" fmla="*/ 0 w 5990897"/>
              <a:gd name="connsiteY1" fmla="*/ 5187127 h 5187127"/>
              <a:gd name="connsiteX2" fmla="*/ 5990897 w 5990897"/>
              <a:gd name="connsiteY2" fmla="*/ 5187127 h 5187127"/>
              <a:gd name="connsiteX3" fmla="*/ 5990897 w 5990897"/>
              <a:gd name="connsiteY3" fmla="*/ 0 h 5187127"/>
              <a:gd name="connsiteX4" fmla="*/ 2885090 w 5990897"/>
              <a:gd name="connsiteY4" fmla="*/ 271 h 5187127"/>
              <a:gd name="connsiteX0" fmla="*/ 2885090 w 5990897"/>
              <a:gd name="connsiteY0" fmla="*/ 271 h 5187127"/>
              <a:gd name="connsiteX1" fmla="*/ 0 w 5990897"/>
              <a:gd name="connsiteY1" fmla="*/ 5187127 h 5187127"/>
              <a:gd name="connsiteX2" fmla="*/ 5974994 w 5990897"/>
              <a:gd name="connsiteY2" fmla="*/ 5187127 h 5187127"/>
              <a:gd name="connsiteX3" fmla="*/ 5990897 w 5990897"/>
              <a:gd name="connsiteY3" fmla="*/ 0 h 5187127"/>
              <a:gd name="connsiteX4" fmla="*/ 2885090 w 5990897"/>
              <a:gd name="connsiteY4" fmla="*/ 271 h 5187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90897" h="5187127">
                <a:moveTo>
                  <a:pt x="2885090" y="271"/>
                </a:moveTo>
                <a:lnTo>
                  <a:pt x="0" y="5187127"/>
                </a:lnTo>
                <a:lnTo>
                  <a:pt x="5974994" y="5187127"/>
                </a:lnTo>
                <a:lnTo>
                  <a:pt x="5990897" y="0"/>
                </a:lnTo>
                <a:lnTo>
                  <a:pt x="2885090" y="271"/>
                </a:lnTo>
                <a:close/>
              </a:path>
            </a:pathLst>
          </a:custGeom>
          <a:solidFill>
            <a:schemeClr val="bg1">
              <a:lumMod val="7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07" tIns="60904" rIns="121807" bIns="60904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197" dirty="0">
              <a:solidFill>
                <a:srgbClr val="000000"/>
              </a:solidFill>
              <a:latin typeface="Times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2" y="889000"/>
            <a:ext cx="4559004" cy="117315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3187701"/>
            <a:ext cx="9448800" cy="482600"/>
          </a:xfrm>
          <a:prstGeom prst="rect">
            <a:avLst/>
          </a:prstGeom>
        </p:spPr>
        <p:txBody>
          <a:bodyPr anchor="b"/>
          <a:lstStyle>
            <a:lvl1pPr algn="ctr">
              <a:defRPr sz="3730" b="1" cap="all" baseline="0"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BREAKER SLIDE</a:t>
            </a:r>
          </a:p>
        </p:txBody>
      </p:sp>
    </p:spTree>
    <p:extLst>
      <p:ext uri="{BB962C8B-B14F-4D97-AF65-F5344CB8AC3E}">
        <p14:creationId xmlns:p14="http://schemas.microsoft.com/office/powerpoint/2010/main" val="12046948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449372" y="6411120"/>
            <a:ext cx="524093" cy="301625"/>
          </a:xfrm>
          <a:prstGeom prst="rect">
            <a:avLst/>
          </a:prstGeom>
        </p:spPr>
        <p:txBody>
          <a:bodyPr anchor="ctr"/>
          <a:lstStyle>
            <a:lvl1pPr>
              <a:defRPr sz="1199">
                <a:solidFill>
                  <a:schemeClr val="accent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fld id="{D4348F35-18D3-41DB-BC3D-8BA142A4D559}" type="slidenum">
              <a:rPr lang="en-US" smtClean="0">
                <a:solidFill>
                  <a:srgbClr val="FFD20A"/>
                </a:solidFill>
              </a:rPr>
              <a:pPr/>
              <a:t>‹#›</a:t>
            </a:fld>
            <a:endParaRPr lang="en-US" dirty="0">
              <a:solidFill>
                <a:srgbClr val="FFD20A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0" y="180976"/>
            <a:ext cx="9804400" cy="624221"/>
          </a:xfrm>
          <a:prstGeom prst="rect">
            <a:avLst/>
          </a:prstGeom>
        </p:spPr>
        <p:txBody>
          <a:bodyPr anchor="ctr"/>
          <a:lstStyle>
            <a:lvl1pPr>
              <a:defRPr sz="2398" b="1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88285" y="805196"/>
            <a:ext cx="11603715" cy="113494"/>
            <a:chOff x="441214" y="675669"/>
            <a:chExt cx="8702786" cy="8512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777" r="22797"/>
            <a:stretch/>
          </p:blipFill>
          <p:spPr>
            <a:xfrm>
              <a:off x="441214" y="675669"/>
              <a:ext cx="7059424" cy="8512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777" r="80688"/>
            <a:stretch/>
          </p:blipFill>
          <p:spPr>
            <a:xfrm>
              <a:off x="7378186" y="675669"/>
              <a:ext cx="1765814" cy="85120"/>
            </a:xfrm>
            <a:prstGeom prst="rect">
              <a:avLst/>
            </a:prstGeom>
          </p:spPr>
        </p:pic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41" y="325450"/>
            <a:ext cx="1363337" cy="35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714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449372" y="6411120"/>
            <a:ext cx="524093" cy="301625"/>
          </a:xfrm>
          <a:prstGeom prst="rect">
            <a:avLst/>
          </a:prstGeom>
        </p:spPr>
        <p:txBody>
          <a:bodyPr anchor="ctr"/>
          <a:lstStyle>
            <a:lvl1pPr>
              <a:defRPr sz="1199">
                <a:solidFill>
                  <a:schemeClr val="accent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fld id="{D4348F35-18D3-41DB-BC3D-8BA142A4D559}" type="slidenum">
              <a:rPr lang="en-US" smtClean="0">
                <a:solidFill>
                  <a:srgbClr val="FFD20A"/>
                </a:solidFill>
              </a:rPr>
              <a:pPr/>
              <a:t>‹#›</a:t>
            </a:fld>
            <a:endParaRPr lang="en-US" dirty="0">
              <a:solidFill>
                <a:srgbClr val="FFD20A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0" y="180976"/>
            <a:ext cx="9804400" cy="624221"/>
          </a:xfrm>
          <a:prstGeom prst="rect">
            <a:avLst/>
          </a:prstGeom>
        </p:spPr>
        <p:txBody>
          <a:bodyPr anchor="ctr"/>
          <a:lstStyle>
            <a:lvl1pPr>
              <a:defRPr sz="2398" b="1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88285" y="805196"/>
            <a:ext cx="11603715" cy="113494"/>
            <a:chOff x="441214" y="675669"/>
            <a:chExt cx="8702786" cy="8512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777" r="22797"/>
            <a:stretch/>
          </p:blipFill>
          <p:spPr>
            <a:xfrm>
              <a:off x="441214" y="675669"/>
              <a:ext cx="7059424" cy="8512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777" r="80688"/>
            <a:stretch/>
          </p:blipFill>
          <p:spPr>
            <a:xfrm>
              <a:off x="7378186" y="675669"/>
              <a:ext cx="1765814" cy="85120"/>
            </a:xfrm>
            <a:prstGeom prst="rect">
              <a:avLst/>
            </a:prstGeom>
          </p:spPr>
        </p:pic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41" y="325450"/>
            <a:ext cx="1363337" cy="350823"/>
          </a:xfrm>
          <a:prstGeom prst="rect">
            <a:avLst/>
          </a:prstGeom>
        </p:spPr>
      </p:pic>
      <p:sp>
        <p:nvSpPr>
          <p:cNvPr id="12" name="Content Placeholder 5"/>
          <p:cNvSpPr>
            <a:spLocks noGrp="1"/>
          </p:cNvSpPr>
          <p:nvPr>
            <p:ph sz="quarter" idx="13"/>
          </p:nvPr>
        </p:nvSpPr>
        <p:spPr>
          <a:xfrm>
            <a:off x="482600" y="1193800"/>
            <a:ext cx="11353800" cy="4416424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837403" indent="-228383">
              <a:buClr>
                <a:schemeClr val="accent2"/>
              </a:buClr>
              <a:buFont typeface="Calibri" panose="020F0502020204030204" pitchFamily="34" charset="0"/>
              <a:buChar char="»"/>
              <a:defRPr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2pPr>
            <a:lvl3pPr marL="1370298" indent="-152255">
              <a:buClr>
                <a:schemeClr val="accent2"/>
              </a:buClr>
              <a:buFont typeface="Times New Roman" panose="02020603050405020304" pitchFamily="18" charset="0"/>
              <a:buChar char="-"/>
              <a:defRPr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3pPr>
            <a:lvl4pPr marL="2131573" indent="-304510">
              <a:buClr>
                <a:schemeClr val="accent2"/>
              </a:buClr>
              <a:buFont typeface="Wingdings" panose="05000000000000000000" pitchFamily="2" charset="2"/>
              <a:buChar char=""/>
              <a:defRPr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3732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4364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ov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" y="5183018"/>
            <a:ext cx="3779559" cy="59650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369136" y="3187701"/>
            <a:ext cx="9448800" cy="482600"/>
          </a:xfrm>
          <a:prstGeom prst="rect">
            <a:avLst/>
          </a:prstGeom>
        </p:spPr>
        <p:txBody>
          <a:bodyPr lIns="121216" tIns="60608" rIns="121216" bIns="60608" anchor="b"/>
          <a:lstStyle>
            <a:lvl1pPr algn="ctr">
              <a:defRPr sz="3697" b="1" cap="all" baseline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5574" y="3733800"/>
            <a:ext cx="11176001" cy="400752"/>
          </a:xfrm>
          <a:prstGeom prst="rect">
            <a:avLst/>
          </a:prstGeom>
        </p:spPr>
        <p:txBody>
          <a:bodyPr lIns="121216" tIns="60608" rIns="121216" bIns="60608"/>
          <a:lstStyle>
            <a:lvl1pPr marL="0" indent="0" algn="ctr">
              <a:buNone/>
              <a:defRPr sz="2098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Presenter Name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05574" y="4099277"/>
            <a:ext cx="11176001" cy="364320"/>
          </a:xfrm>
          <a:prstGeom prst="rect">
            <a:avLst/>
          </a:prstGeom>
        </p:spPr>
        <p:txBody>
          <a:bodyPr lIns="121216" tIns="60608" rIns="121216" bIns="60608"/>
          <a:lstStyle>
            <a:lvl1pPr marL="0" indent="0" algn="ctr">
              <a:buNone/>
              <a:defRPr sz="1599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Presenter Title</a:t>
            </a:r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4264736" y="3733800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DB0A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055" y="482600"/>
            <a:ext cx="3683759" cy="947928"/>
          </a:xfrm>
          <a:prstGeom prst="rect">
            <a:avLst/>
          </a:prstGeom>
        </p:spPr>
      </p:pic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449372" y="6411122"/>
            <a:ext cx="524093" cy="301625"/>
          </a:xfrm>
          <a:prstGeom prst="rect">
            <a:avLst/>
          </a:prstGeom>
        </p:spPr>
        <p:txBody>
          <a:bodyPr anchor="ctr"/>
          <a:lstStyle>
            <a:lvl1pPr>
              <a:defRPr sz="1199">
                <a:solidFill>
                  <a:schemeClr val="accent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fld id="{D4348F35-18D3-41DB-BC3D-8BA142A4D559}" type="slidenum">
              <a:rPr lang="en-US" smtClean="0">
                <a:solidFill>
                  <a:srgbClr val="FFD20A"/>
                </a:solidFill>
              </a:rPr>
              <a:pPr/>
              <a:t>‹#›</a:t>
            </a:fld>
            <a:endParaRPr lang="en-US" dirty="0">
              <a:solidFill>
                <a:srgbClr val="FFD20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77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21" Type="http://schemas.openxmlformats.org/officeDocument/2006/relationships/image" Target="../media/image25.png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image" Target="../media/image2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3D91090-786E-472B-A724-51008B0220F3}"/>
              </a:ext>
            </a:extLst>
          </p:cNvPr>
          <p:cNvSpPr txBox="1">
            <a:spLocks/>
          </p:cNvSpPr>
          <p:nvPr userDrawn="1"/>
        </p:nvSpPr>
        <p:spPr>
          <a:xfrm>
            <a:off x="229709" y="177617"/>
            <a:ext cx="11851415" cy="5182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/>
              <a:t>Headings, Arial Black 28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9EAFF-FB19-4A9C-B141-710146F2D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6809" y="6492875"/>
            <a:ext cx="478121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6879BE-5F1F-7A41-8544-C67116103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9026B-1BB7-4EDB-96EF-833FAA432E2B}"/>
              </a:ext>
            </a:extLst>
          </p:cNvPr>
          <p:cNvSpPr/>
          <p:nvPr userDrawn="1"/>
        </p:nvSpPr>
        <p:spPr>
          <a:xfrm rot="10800000">
            <a:off x="-6" y="6775703"/>
            <a:ext cx="12192001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78E08E-5D8B-4A3B-A84A-88C7514A7835}"/>
              </a:ext>
            </a:extLst>
          </p:cNvPr>
          <p:cNvSpPr txBox="1">
            <a:spLocks/>
          </p:cNvSpPr>
          <p:nvPr userDrawn="1"/>
        </p:nvSpPr>
        <p:spPr>
          <a:xfrm>
            <a:off x="465138" y="1042988"/>
            <a:ext cx="11374437" cy="50371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6F10A7-EAB2-4132-90AB-4BB79C76D436}"/>
              </a:ext>
            </a:extLst>
          </p:cNvPr>
          <p:cNvCxnSpPr>
            <a:cxnSpLocks/>
          </p:cNvCxnSpPr>
          <p:nvPr userDrawn="1"/>
        </p:nvCxnSpPr>
        <p:spPr>
          <a:xfrm>
            <a:off x="213355" y="695883"/>
            <a:ext cx="1197864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704EF98-7EF4-4694-BB46-C617B95A978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801" y="6485143"/>
            <a:ext cx="914597" cy="25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79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81" r:id="rId3"/>
    <p:sldLayoutId id="2147483682" r:id="rId4"/>
    <p:sldLayoutId id="2147483680" r:id="rId5"/>
    <p:sldLayoutId id="2147483671" r:id="rId6"/>
    <p:sldLayoutId id="2147483672" r:id="rId7"/>
    <p:sldLayoutId id="2147483676" r:id="rId8"/>
    <p:sldLayoutId id="2147483677" r:id="rId9"/>
    <p:sldLayoutId id="214748367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97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0"/>
          <p:cNvGrpSpPr>
            <a:grpSpLocks/>
          </p:cNvGrpSpPr>
          <p:nvPr/>
        </p:nvGrpSpPr>
        <p:grpSpPr bwMode="auto">
          <a:xfrm>
            <a:off x="0" y="609600"/>
            <a:ext cx="12192000" cy="114194"/>
            <a:chOff x="441214" y="675669"/>
            <a:chExt cx="8702786" cy="85120"/>
          </a:xfrm>
        </p:grpSpPr>
        <p:pic>
          <p:nvPicPr>
            <p:cNvPr id="17" name="Picture 10"/>
            <p:cNvPicPr>
              <a:picLocks noChangeAspect="1"/>
            </p:cNvPicPr>
            <p:nvPr/>
          </p:nvPicPr>
          <p:blipFill>
            <a:blip r:embed="rId21" cstate="email"/>
            <a:srcRect/>
            <a:stretch>
              <a:fillRect/>
            </a:stretch>
          </p:blipFill>
          <p:spPr bwMode="auto">
            <a:xfrm>
              <a:off x="441214" y="675669"/>
              <a:ext cx="7059424" cy="85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" name="Picture 11"/>
            <p:cNvPicPr>
              <a:picLocks noChangeAspect="1"/>
            </p:cNvPicPr>
            <p:nvPr/>
          </p:nvPicPr>
          <p:blipFill>
            <a:blip r:embed="rId22" cstate="email"/>
            <a:srcRect/>
            <a:stretch>
              <a:fillRect/>
            </a:stretch>
          </p:blipFill>
          <p:spPr bwMode="auto">
            <a:xfrm>
              <a:off x="7378186" y="675669"/>
              <a:ext cx="1765814" cy="85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491904" y="6508900"/>
            <a:ext cx="524093" cy="301346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4348F35-18D3-41DB-BC3D-8BA142A4D5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7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171331" algn="ctr" rtl="0" eaLnBrk="1" fontAlgn="base" hangingPunct="1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342661" algn="ctr" rtl="0" eaLnBrk="1" fontAlgn="base" hangingPunct="1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513991" algn="ctr" rtl="0" eaLnBrk="1" fontAlgn="base" hangingPunct="1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685321" algn="ctr" rtl="0" eaLnBrk="1" fontAlgn="base" hangingPunct="1">
        <a:spcBef>
          <a:spcPct val="0"/>
        </a:spcBef>
        <a:spcAft>
          <a:spcPct val="0"/>
        </a:spcAft>
        <a:defRPr sz="4296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125297" indent="-125297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275970" indent="-103093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425057" indent="-82474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597934" indent="-82474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769226" indent="-82474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171331" algn="ctr" rtl="0" eaLnBrk="1" fontAlgn="base" hangingPunct="1">
        <a:spcBef>
          <a:spcPct val="0"/>
        </a:spcBef>
        <a:spcAft>
          <a:spcPct val="0"/>
        </a:spcAft>
        <a:defRPr sz="1798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2661" algn="ctr" rtl="0" eaLnBrk="1" fontAlgn="base" hangingPunct="1">
        <a:spcBef>
          <a:spcPct val="0"/>
        </a:spcBef>
        <a:spcAft>
          <a:spcPct val="0"/>
        </a:spcAft>
        <a:defRPr sz="1798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513991" algn="ctr" rtl="0" eaLnBrk="1" fontAlgn="base" hangingPunct="1">
        <a:spcBef>
          <a:spcPct val="0"/>
        </a:spcBef>
        <a:spcAft>
          <a:spcPct val="0"/>
        </a:spcAft>
        <a:defRPr sz="1798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685321" algn="ctr" rtl="0" eaLnBrk="1" fontAlgn="base" hangingPunct="1">
        <a:spcBef>
          <a:spcPct val="0"/>
        </a:spcBef>
        <a:spcAft>
          <a:spcPct val="0"/>
        </a:spcAft>
        <a:defRPr sz="1798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171331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1pPr>
      <a:lvl2pPr marL="171331" algn="l" defTabSz="171331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2pPr>
      <a:lvl3pPr marL="342661" algn="l" defTabSz="171331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3pPr>
      <a:lvl4pPr marL="513991" algn="l" defTabSz="171331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4pPr>
      <a:lvl5pPr marL="685321" algn="l" defTabSz="171331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5pPr>
      <a:lvl6pPr marL="856652" algn="l" defTabSz="171331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6pPr>
      <a:lvl7pPr marL="1027982" algn="l" defTabSz="171331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7pPr>
      <a:lvl8pPr marL="1199312" algn="l" defTabSz="171331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8pPr>
      <a:lvl9pPr marL="1370642" algn="l" defTabSz="171331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C0FE78-BCF3-4006-AB77-D8AFD4AEF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7597" y="4197416"/>
            <a:ext cx="7432277" cy="1070869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latin typeface="Arial Nova" panose="020B0604020202020204" pitchFamily="34" charset="0"/>
              </a:rPr>
              <a:t>Remote Control Laser Gen 1 (Honcho)</a:t>
            </a:r>
          </a:p>
          <a:p>
            <a:r>
              <a:rPr lang="en-US" b="1" dirty="0">
                <a:solidFill>
                  <a:srgbClr val="000000"/>
                </a:solidFill>
                <a:latin typeface="Arial Nova" panose="020B0604020202020204" pitchFamily="34" charset="0"/>
              </a:rPr>
              <a:t>Firmware Design Review</a:t>
            </a:r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1C67B-C0BC-4424-BCB7-AD80E61045C2}"/>
              </a:ext>
            </a:extLst>
          </p:cNvPr>
          <p:cNvSpPr txBox="1"/>
          <p:nvPr/>
        </p:nvSpPr>
        <p:spPr>
          <a:xfrm>
            <a:off x="587597" y="5989739"/>
            <a:ext cx="1370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24 May 2023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8004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E2CB01-D14D-424F-92F2-40B14DA1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879BE-5F1F-7A41-8544-C67116103DC3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DE085-629A-0742-A361-BB34FB1D2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solidFill>
                  <a:srgbClr val="000000"/>
                </a:solidFill>
                <a:latin typeface="Arial Nova" panose="020B0604020202020204" pitchFamily="34" charset="0"/>
              </a:rPr>
              <a:t>Remote Control Laser Gen 1 (Honcho) – LRU Electronics</a:t>
            </a:r>
            <a:endParaRPr lang="en-US" dirty="0">
              <a:latin typeface="Arial Nova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D02F0-0F34-6247-9548-34F3F14326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3097" y="1002506"/>
            <a:ext cx="7959129" cy="48529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Firmware</a:t>
            </a:r>
          </a:p>
        </p:txBody>
      </p:sp>
    </p:spTree>
    <p:extLst>
      <p:ext uri="{BB962C8B-B14F-4D97-AF65-F5344CB8AC3E}">
        <p14:creationId xmlns:p14="http://schemas.microsoft.com/office/powerpoint/2010/main" val="207453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8B60D2-9AAC-4B4C-8296-1DBD7514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solidFill>
                  <a:srgbClr val="000000"/>
                </a:solidFill>
                <a:latin typeface="Arial Nova" panose="020B0604020202020204" pitchFamily="34" charset="0"/>
              </a:rPr>
              <a:t>Remote Control Laser Gen 1 (Honcho) – LRU Electronics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F3BF6-2D32-4044-9C4D-B13A7502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879BE-5F1F-7A41-8544-C67116103DC3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54821-EF9A-484E-9A68-2D79C1E9D89E}"/>
              </a:ext>
            </a:extLst>
          </p:cNvPr>
          <p:cNvSpPr txBox="1"/>
          <p:nvPr/>
        </p:nvSpPr>
        <p:spPr>
          <a:xfrm>
            <a:off x="10345502" y="225297"/>
            <a:ext cx="1146468" cy="3693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Firmware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3A12689-DAE7-46FF-B654-EF31D8FB0DEE}"/>
              </a:ext>
            </a:extLst>
          </p:cNvPr>
          <p:cNvSpPr txBox="1">
            <a:spLocks/>
          </p:cNvSpPr>
          <p:nvPr/>
        </p:nvSpPr>
        <p:spPr>
          <a:xfrm>
            <a:off x="408991" y="1163150"/>
            <a:ext cx="11107817" cy="56151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Developed using NRF Connect SDK v2.0.0 and Atmel Studio 7</a:t>
            </a:r>
          </a:p>
          <a:p>
            <a:r>
              <a:rPr lang="en-US" sz="2000" dirty="0"/>
              <a:t>Pan 1780 chosen for BLE range, availability of pins and cost as Primary Micro</a:t>
            </a:r>
          </a:p>
          <a:p>
            <a:r>
              <a:rPr lang="en-US" sz="2000" dirty="0"/>
              <a:t>Monitors the Battery Voltage and Shuts off the Unit under 14.8V.</a:t>
            </a:r>
          </a:p>
          <a:p>
            <a:r>
              <a:rPr lang="en-US" sz="2000" dirty="0"/>
              <a:t>PWM’s Laser diode output to achieve 3 different brightness level and for unit to work with Laser Detector.</a:t>
            </a:r>
          </a:p>
          <a:p>
            <a:r>
              <a:rPr lang="en-US" sz="2000" dirty="0"/>
              <a:t>PWM’s output of Stepper motor driver to output 2 half steps, for 1/16-inch movement.</a:t>
            </a:r>
          </a:p>
          <a:p>
            <a:r>
              <a:rPr lang="en-US" sz="2000" dirty="0"/>
              <a:t>BLE connection to the remote for receiving command over Bluetooth. </a:t>
            </a:r>
          </a:p>
          <a:p>
            <a:r>
              <a:rPr lang="en-US" sz="2000" dirty="0"/>
              <a:t>Monitor the Accelerometer output  for tilt sensing and drop sensing.</a:t>
            </a:r>
          </a:p>
          <a:p>
            <a:r>
              <a:rPr lang="en-US" sz="2000" dirty="0"/>
              <a:t>Data-logs information and read using SBD bootloader app.</a:t>
            </a:r>
          </a:p>
          <a:p>
            <a:r>
              <a:rPr lang="en-US" sz="2000" dirty="0" err="1"/>
              <a:t>Attiny</a:t>
            </a:r>
            <a:r>
              <a:rPr lang="en-US" sz="2000" dirty="0"/>
              <a:t> 406 chosen for cost and common usage as secondary micro form Button detection and handling. </a:t>
            </a:r>
          </a:p>
          <a:p>
            <a:r>
              <a:rPr lang="en-US" sz="2000" dirty="0" err="1"/>
              <a:t>Attiny</a:t>
            </a:r>
            <a:r>
              <a:rPr lang="en-US" sz="2000" dirty="0"/>
              <a:t> Decodes the Button data and sends it to </a:t>
            </a:r>
            <a:r>
              <a:rPr lang="en-US" sz="2000" dirty="0" err="1"/>
              <a:t>nordic</a:t>
            </a:r>
            <a:r>
              <a:rPr lang="en-US" sz="2000" dirty="0"/>
              <a:t> over SPI interface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9949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8B60D2-9AAC-4B4C-8296-1DBD7514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solidFill>
                  <a:srgbClr val="000000"/>
                </a:solidFill>
                <a:latin typeface="Arial Nova" panose="020B0604020202020204" pitchFamily="34" charset="0"/>
              </a:rPr>
              <a:t>Remote Control Laser Gen 1 (Honcho) – LRU Electronics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F3BF6-2D32-4044-9C4D-B13A7502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879BE-5F1F-7A41-8544-C67116103DC3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54821-EF9A-484E-9A68-2D79C1E9D89E}"/>
              </a:ext>
            </a:extLst>
          </p:cNvPr>
          <p:cNvSpPr txBox="1"/>
          <p:nvPr/>
        </p:nvSpPr>
        <p:spPr>
          <a:xfrm>
            <a:off x="10345502" y="225297"/>
            <a:ext cx="1146468" cy="3693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Firmware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3B57043-79F0-4AAD-9B89-337A93E77C91}"/>
              </a:ext>
            </a:extLst>
          </p:cNvPr>
          <p:cNvSpPr txBox="1">
            <a:spLocks/>
          </p:cNvSpPr>
          <p:nvPr/>
        </p:nvSpPr>
        <p:spPr>
          <a:xfrm>
            <a:off x="408992" y="1163151"/>
            <a:ext cx="2808994" cy="5182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Macro Flowchart</a:t>
            </a:r>
          </a:p>
          <a:p>
            <a:endParaRPr lang="en-US" sz="240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4CFE74B-8E34-4BEB-B6AE-D9FEC02D44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740136"/>
              </p:ext>
            </p:extLst>
          </p:nvPr>
        </p:nvGraphicFramePr>
        <p:xfrm>
          <a:off x="5947794" y="719138"/>
          <a:ext cx="4212206" cy="280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Acrobat Document" r:id="rId3" imgW="0" imgH="0" progId="AcroExch.Document.DC">
                  <p:embed/>
                </p:oleObj>
              </mc:Choice>
              <mc:Fallback>
                <p:oleObj name="Acrobat Document" r:id="rId3" imgW="0" imgH="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5947794" y="719138"/>
                        <a:ext cx="4212206" cy="280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05AD698-C939-4547-B44A-5FA5F01F97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468408"/>
              </p:ext>
            </p:extLst>
          </p:nvPr>
        </p:nvGraphicFramePr>
        <p:xfrm>
          <a:off x="791591" y="1949049"/>
          <a:ext cx="2244571" cy="1944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Acrobat Document" showAsIcon="1" r:id="rId4" imgW="914400" imgH="792685" progId="AcroExch.Document.DC">
                  <p:embed/>
                </p:oleObj>
              </mc:Choice>
              <mc:Fallback>
                <p:oleObj name="Acrobat Document" showAsIcon="1" r:id="rId4" imgW="914400" imgH="792685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1591" y="1949049"/>
                        <a:ext cx="2244571" cy="1944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64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8B60D2-9AAC-4B4C-8296-1DBD7514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solidFill>
                  <a:srgbClr val="000000"/>
                </a:solidFill>
                <a:latin typeface="Arial Nova" panose="020B0604020202020204" pitchFamily="34" charset="0"/>
              </a:rPr>
              <a:t>Remote Control Laser Gen 1 (Honcho) – LRU Electronics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F3BF6-2D32-4044-9C4D-B13A7502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879BE-5F1F-7A41-8544-C67116103DC3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54821-EF9A-484E-9A68-2D79C1E9D89E}"/>
              </a:ext>
            </a:extLst>
          </p:cNvPr>
          <p:cNvSpPr txBox="1"/>
          <p:nvPr/>
        </p:nvSpPr>
        <p:spPr>
          <a:xfrm>
            <a:off x="10345502" y="225297"/>
            <a:ext cx="1146468" cy="3693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Firmware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8B8532-CAE8-4DD9-8429-3C7B5159A8AD}"/>
              </a:ext>
            </a:extLst>
          </p:cNvPr>
          <p:cNvSpPr txBox="1">
            <a:spLocks/>
          </p:cNvSpPr>
          <p:nvPr/>
        </p:nvSpPr>
        <p:spPr>
          <a:xfrm>
            <a:off x="408992" y="830425"/>
            <a:ext cx="11107817" cy="5977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Detector Frequency </a:t>
            </a:r>
          </a:p>
          <a:p>
            <a:endParaRPr lang="en-US" sz="2400" dirty="0"/>
          </a:p>
        </p:txBody>
      </p:sp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AA03A7C1-486B-451E-9104-80D334186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4" y="1483399"/>
            <a:ext cx="11043571" cy="502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21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8B60D2-9AAC-4B4C-8296-1DBD7514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solidFill>
                  <a:srgbClr val="000000"/>
                </a:solidFill>
                <a:latin typeface="Arial Nova" panose="020B0604020202020204" pitchFamily="34" charset="0"/>
              </a:rPr>
              <a:t>Remote Control Laser Gen 1 (Honcho) – LRU Electronics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F3BF6-2D32-4044-9C4D-B13A7502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879BE-5F1F-7A41-8544-C67116103DC3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54821-EF9A-484E-9A68-2D79C1E9D89E}"/>
              </a:ext>
            </a:extLst>
          </p:cNvPr>
          <p:cNvSpPr txBox="1"/>
          <p:nvPr/>
        </p:nvSpPr>
        <p:spPr>
          <a:xfrm>
            <a:off x="10345502" y="225297"/>
            <a:ext cx="1146468" cy="3693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Firmware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2D5434-65B7-49D8-85B2-D96AE4AEE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492" y="887670"/>
            <a:ext cx="4683848" cy="580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8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97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8B60D2-9AAC-4B4C-8296-1DBD7514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solidFill>
                  <a:srgbClr val="000000"/>
                </a:solidFill>
                <a:latin typeface="Arial Nova" panose="020B0604020202020204" pitchFamily="34" charset="0"/>
              </a:rPr>
              <a:t>Remote Control Laser Gen 1 (Honcho) – LRU Electronics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F3BF6-2D32-4044-9C4D-B13A7502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879BE-5F1F-7A41-8544-C67116103DC3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54821-EF9A-484E-9A68-2D79C1E9D89E}"/>
              </a:ext>
            </a:extLst>
          </p:cNvPr>
          <p:cNvSpPr txBox="1"/>
          <p:nvPr/>
        </p:nvSpPr>
        <p:spPr>
          <a:xfrm>
            <a:off x="10345502" y="225297"/>
            <a:ext cx="1146468" cy="36933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Firmware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D0B87-B204-4BD2-98BA-EB5EB75F1465}"/>
              </a:ext>
            </a:extLst>
          </p:cNvPr>
          <p:cNvSpPr txBox="1"/>
          <p:nvPr/>
        </p:nvSpPr>
        <p:spPr>
          <a:xfrm>
            <a:off x="675193" y="892153"/>
            <a:ext cx="108416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Challenges: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Getting IBOX compatibility with Honcho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TH and C3 must be UART and then switch to Analog pin for monitoring.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Need to figure on How to get this done on new SDK.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Power management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Need to enable deep sleep mode where Nordic is in lowest power consumption when running on Coin cell.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Accelerometer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Work still pending on accurately measuring Z-axis data for a drop/fall detection.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Enabling drop / fall detection during sleep mode.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Setting a calibration routine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Setting a calibration by setting a separate hex file for calibration for zero-point offset on accelerometer or,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Setting a calibration on very first power on and saving the zero-point point offsets.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415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C74EE-3C20-4612-BC4D-D617EE6D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09" y="177617"/>
            <a:ext cx="11851415" cy="279583"/>
          </a:xfrm>
        </p:spPr>
        <p:txBody>
          <a:bodyPr/>
          <a:lstStyle/>
          <a:p>
            <a:r>
              <a:rPr lang="en-US" sz="1400" dirty="0"/>
              <a:t>PR2 to PR3 changes (as of 1 May 2023)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9CF00C-5208-4603-93DC-54BD83089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79BE-5F1F-7A41-8544-C67116103DC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EE01C-7A58-46FD-8CFC-682879D914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5138" y="791308"/>
            <a:ext cx="11374437" cy="5714026"/>
          </a:xfrm>
        </p:spPr>
        <p:txBody>
          <a:bodyPr/>
          <a:lstStyle/>
          <a:p>
            <a:r>
              <a:rPr lang="en-US" sz="800" dirty="0"/>
              <a:t>- Updated BLE pins to most up-to-date configuration</a:t>
            </a:r>
          </a:p>
          <a:p>
            <a:r>
              <a:rPr lang="en-US" sz="800" dirty="0"/>
              <a:t>- Added test points</a:t>
            </a:r>
          </a:p>
          <a:p>
            <a:r>
              <a:rPr lang="en-US" sz="800" dirty="0"/>
              <a:t>- Reversed 12-pin connector that goes to laser head (the next 3 items relate to this)</a:t>
            </a:r>
          </a:p>
          <a:p>
            <a:r>
              <a:rPr lang="en-US" sz="800" dirty="0"/>
              <a:t>- Swapped P1 bias and P2/D1 bias pins on BLE module</a:t>
            </a:r>
          </a:p>
          <a:p>
            <a:r>
              <a:rPr lang="en-US" sz="800" dirty="0"/>
              <a:t>- Swapped EN_P1 and EN_P2 pins on BLE module</a:t>
            </a:r>
          </a:p>
          <a:p>
            <a:r>
              <a:rPr lang="en-US" sz="800" dirty="0"/>
              <a:t>- Swapped components used for P1 and P2 so the layout did not have to change due to the reversal of the 12-pin connector</a:t>
            </a:r>
          </a:p>
          <a:p>
            <a:r>
              <a:rPr lang="en-US" sz="800" dirty="0"/>
              <a:t>- Added voltage divider (R75, R76, C35) to the 8V buck converter output</a:t>
            </a:r>
          </a:p>
          <a:p>
            <a:r>
              <a:rPr lang="en-US" sz="800" dirty="0"/>
              <a:t>- Added </a:t>
            </a:r>
            <a:r>
              <a:rPr lang="en-US" sz="800" dirty="0" err="1"/>
              <a:t>Vsw_ADC</a:t>
            </a:r>
            <a:r>
              <a:rPr lang="en-US" sz="800" dirty="0"/>
              <a:t> and LASER_PS_ADC to the BLE module pins</a:t>
            </a:r>
          </a:p>
          <a:p>
            <a:r>
              <a:rPr lang="en-US" sz="800" dirty="0"/>
              <a:t>- Moved J1 to the left and moved WAKE FETs and row resistors to the right (swapped positions)</a:t>
            </a:r>
          </a:p>
          <a:p>
            <a:r>
              <a:rPr lang="en-US" sz="800" dirty="0"/>
              <a:t>- removed SM0 and SM1 headers for motor driver ICs</a:t>
            </a:r>
          </a:p>
          <a:p>
            <a:r>
              <a:rPr lang="en-US" sz="800" dirty="0"/>
              <a:t>- SM0 = HIGH and SM1 = LOW for half step drive</a:t>
            </a:r>
          </a:p>
          <a:p>
            <a:r>
              <a:rPr lang="en-US" sz="800" dirty="0"/>
              <a:t>- Moved yaw driver and supporting components and motor connector up</a:t>
            </a:r>
          </a:p>
          <a:p>
            <a:r>
              <a:rPr lang="en-US" sz="800" dirty="0"/>
              <a:t>- Changed motor connector pins to Pin1 = 14V, Pin2 = OUT1, Pin3 = OUT2, Pin4 = OUT3, Pin5 = OUT4</a:t>
            </a:r>
          </a:p>
          <a:p>
            <a:r>
              <a:rPr lang="en-US" sz="800" dirty="0"/>
              <a:t>- Added C40 to 3.3V LDO input to and changed C10 to 2.2uF to match C40 since a damaged C10 could have provided a direct path from B+ to GND. These are 90 degrees to each other.</a:t>
            </a:r>
          </a:p>
          <a:p>
            <a:r>
              <a:rPr lang="en-US" sz="800" dirty="0"/>
              <a:t>- Changed J3 and J4 from TJC1255-5AWB (right angle) to TJC12519-5AB (vertical)</a:t>
            </a:r>
          </a:p>
          <a:p>
            <a:r>
              <a:rPr lang="en-US" sz="800" dirty="0"/>
              <a:t>- Added debouncing caps C41, C42, C43, C44</a:t>
            </a:r>
          </a:p>
          <a:p>
            <a:r>
              <a:rPr lang="en-US" sz="800" dirty="0"/>
              <a:t>- Moved J4 to the left so cables from motors would not interfere with each other.</a:t>
            </a:r>
          </a:p>
          <a:p>
            <a:r>
              <a:rPr lang="en-US" sz="800" dirty="0"/>
              <a:t>- Moved the leftmost bottom 45 degree line 1mm to the left, dropped the leftmost leg by 1mm, and put J4 back on the leg.</a:t>
            </a:r>
          </a:p>
          <a:p>
            <a:r>
              <a:rPr lang="en-US" sz="800" dirty="0"/>
              <a:t>- Changed J4 from vertical to RA</a:t>
            </a:r>
          </a:p>
          <a:p>
            <a:r>
              <a:rPr lang="en-US" sz="800" dirty="0"/>
              <a:t>- Added circuits for buck converter enable that will set the minimum Vin required for turn on to 15V, while keeping control with the BLE module.</a:t>
            </a:r>
          </a:p>
          <a:p>
            <a:r>
              <a:rPr lang="en-US" sz="800" dirty="0"/>
              <a:t>- Added 10uF bulk capacitance to BLE module 3.3V supply</a:t>
            </a:r>
          </a:p>
          <a:p>
            <a:r>
              <a:rPr lang="en-US" sz="800" dirty="0"/>
              <a:t>- Fixed issue where coin cell holes and GND contact did not have exposed copper</a:t>
            </a:r>
          </a:p>
          <a:p>
            <a:r>
              <a:rPr lang="en-US" sz="800" dirty="0"/>
              <a:t>- Added B+ to 12-pin connector</a:t>
            </a:r>
          </a:p>
          <a:p>
            <a:r>
              <a:rPr lang="en-US" sz="800" dirty="0"/>
              <a:t>- Added resistors to allow adjustable LDO (fixed will still work on the same layout, if desired)</a:t>
            </a:r>
          </a:p>
        </p:txBody>
      </p:sp>
    </p:spTree>
    <p:extLst>
      <p:ext uri="{BB962C8B-B14F-4D97-AF65-F5344CB8AC3E}">
        <p14:creationId xmlns:p14="http://schemas.microsoft.com/office/powerpoint/2010/main" val="2526531725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jpeg"/></Relationships>
</file>

<file path=ppt/theme/theme1.xml><?xml version="1.0" encoding="utf-8"?>
<a:theme xmlns:a="http://schemas.openxmlformats.org/drawingml/2006/main" name="1_Office Theme">
  <a:themeElements>
    <a:clrScheme name="GTS Standard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3366"/>
      </a:accent1>
      <a:accent2>
        <a:srgbClr val="DC1920"/>
      </a:accent2>
      <a:accent3>
        <a:srgbClr val="A5A5A5"/>
      </a:accent3>
      <a:accent4>
        <a:srgbClr val="FFD20A"/>
      </a:accent4>
      <a:accent5>
        <a:srgbClr val="404040"/>
      </a:accent5>
      <a:accent6>
        <a:srgbClr val="000000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GTS Standard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3366"/>
      </a:accent1>
      <a:accent2>
        <a:srgbClr val="DC1920"/>
      </a:accent2>
      <a:accent3>
        <a:srgbClr val="A5A5A5"/>
      </a:accent3>
      <a:accent4>
        <a:srgbClr val="FFD20A"/>
      </a:accent4>
      <a:accent5>
        <a:srgbClr val="404040"/>
      </a:accent5>
      <a:accent6>
        <a:srgbClr val="000000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itle &amp; Subtitle">
  <a:themeElements>
    <a:clrScheme name="Global Tools &amp; Storage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E60003"/>
      </a:accent1>
      <a:accent2>
        <a:srgbClr val="FFDB0A"/>
      </a:accent2>
      <a:accent3>
        <a:srgbClr val="BFBFBF"/>
      </a:accent3>
      <a:accent4>
        <a:srgbClr val="0F6FC6"/>
      </a:accent4>
      <a:accent5>
        <a:srgbClr val="FFF654"/>
      </a:accent5>
      <a:accent6>
        <a:srgbClr val="000000"/>
      </a:accent6>
      <a:hlink>
        <a:srgbClr val="002060"/>
      </a:hlink>
      <a:folHlink>
        <a:srgbClr val="85DFD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b622d77-2418-4a42-8099-cfdd747820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B3CCA833AC3E469F609B21A38FB023" ma:contentTypeVersion="13" ma:contentTypeDescription="Create a new document." ma:contentTypeScope="" ma:versionID="52eab93cba2e11ff18e572347d97b114">
  <xsd:schema xmlns:xsd="http://www.w3.org/2001/XMLSchema" xmlns:xs="http://www.w3.org/2001/XMLSchema" xmlns:p="http://schemas.microsoft.com/office/2006/metadata/properties" xmlns:ns2="7b622d77-2418-4a42-8099-cfdd747820c2" xmlns:ns3="3b0c2876-e27f-4e2c-9503-af9902cad15d" targetNamespace="http://schemas.microsoft.com/office/2006/metadata/properties" ma:root="true" ma:fieldsID="6867baa1f19e63bb8b7dabfe06e8f834" ns2:_="" ns3:_="">
    <xsd:import namespace="7b622d77-2418-4a42-8099-cfdd747820c2"/>
    <xsd:import namespace="3b0c2876-e27f-4e2c-9503-af9902cad1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622d77-2418-4a42-8099-cfdd747820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nillable="true" ma:displayName="Status" ma:description="Active or Inactive" ma:format="Dropdown" ma:internalName="Status">
      <xsd:simpleType>
        <xsd:restriction base="dms:Choice">
          <xsd:enumeration value="Active"/>
          <xsd:enumeration value="Inactiv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c2876-e27f-4e2c-9503-af9902cad15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AE1CD9-2C78-4F0B-905D-B21BADDBDD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DB74AB-D0CC-4C84-848A-6F7F36CCD001}">
  <ds:schemaRefs>
    <ds:schemaRef ds:uri="http://purl.org/dc/terms/"/>
    <ds:schemaRef ds:uri="http://schemas.openxmlformats.org/package/2006/metadata/core-properties"/>
    <ds:schemaRef ds:uri="http://purl.org/dc/dcmitype/"/>
    <ds:schemaRef ds:uri="7b622d77-2418-4a42-8099-cfdd747820c2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3b0c2876-e27f-4e2c-9503-af9902cad15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86B1E9-62D1-4377-B8E2-3A0D7F6C9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622d77-2418-4a42-8099-cfdd747820c2"/>
    <ds:schemaRef ds:uri="3b0c2876-e27f-4e2c-9503-af9902cad1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27196</TotalTime>
  <Words>749</Words>
  <Application>Microsoft Office PowerPoint</Application>
  <PresentationFormat>Widescreen</PresentationFormat>
  <Paragraphs>71</Paragraphs>
  <Slides>9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Arial Black</vt:lpstr>
      <vt:lpstr>Arial Nova</vt:lpstr>
      <vt:lpstr>Calibri</vt:lpstr>
      <vt:lpstr>Gill Sans</vt:lpstr>
      <vt:lpstr>Times</vt:lpstr>
      <vt:lpstr>Times New Roman</vt:lpstr>
      <vt:lpstr>Wingdings</vt:lpstr>
      <vt:lpstr>1_Office Theme</vt:lpstr>
      <vt:lpstr>2_Office Theme</vt:lpstr>
      <vt:lpstr>1_Title &amp; Subtitle</vt:lpstr>
      <vt:lpstr>Adobe Acrobat Document</vt:lpstr>
      <vt:lpstr>PowerPoint Presentation</vt:lpstr>
      <vt:lpstr>Remote Control Laser Gen 1 (Honcho) – LRU Electronics</vt:lpstr>
      <vt:lpstr>Remote Control Laser Gen 1 (Honcho) – LRU Electronics</vt:lpstr>
      <vt:lpstr>Remote Control Laser Gen 1 (Honcho) – LRU Electronics</vt:lpstr>
      <vt:lpstr>Remote Control Laser Gen 1 (Honcho) – LRU Electronics</vt:lpstr>
      <vt:lpstr>Remote Control Laser Gen 1 (Honcho) – LRU Electronics</vt:lpstr>
      <vt:lpstr>PowerPoint Presentation</vt:lpstr>
      <vt:lpstr>Remote Control Laser Gen 1 (Honcho) – LRU Electronics</vt:lpstr>
      <vt:lpstr>PR2 to PR3 changes (as of 1 May 2023)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Perkins, Ashley</dc:creator>
  <cp:lastModifiedBy>Jain, Kavya</cp:lastModifiedBy>
  <cp:revision>397</cp:revision>
  <dcterms:created xsi:type="dcterms:W3CDTF">2019-03-08T14:36:42Z</dcterms:created>
  <dcterms:modified xsi:type="dcterms:W3CDTF">2023-05-22T20:21:51Z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0x01010042B3CCA833AC3E469F609B21A38FB023</vt:lpwstr>
  </property>
</Properties>
</file>